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358" r:id="rId3"/>
    <p:sldId id="378" r:id="rId4"/>
    <p:sldId id="379" r:id="rId5"/>
    <p:sldId id="381" r:id="rId6"/>
    <p:sldId id="380" r:id="rId7"/>
    <p:sldId id="383" r:id="rId8"/>
    <p:sldId id="384" r:id="rId9"/>
    <p:sldId id="385" r:id="rId10"/>
    <p:sldId id="386" r:id="rId11"/>
    <p:sldId id="390" r:id="rId12"/>
    <p:sldId id="392" r:id="rId13"/>
    <p:sldId id="391" r:id="rId14"/>
    <p:sldId id="393" r:id="rId15"/>
    <p:sldId id="394" r:id="rId16"/>
    <p:sldId id="395" r:id="rId17"/>
    <p:sldId id="396" r:id="rId18"/>
    <p:sldId id="359" r:id="rId19"/>
    <p:sldId id="360" r:id="rId20"/>
    <p:sldId id="361" r:id="rId21"/>
    <p:sldId id="362" r:id="rId22"/>
    <p:sldId id="363" r:id="rId23"/>
    <p:sldId id="366" r:id="rId24"/>
    <p:sldId id="367" r:id="rId25"/>
    <p:sldId id="368" r:id="rId26"/>
    <p:sldId id="369" r:id="rId27"/>
    <p:sldId id="370" r:id="rId28"/>
    <p:sldId id="371" r:id="rId29"/>
    <p:sldId id="372" r:id="rId30"/>
    <p:sldId id="373" r:id="rId31"/>
    <p:sldId id="374" r:id="rId32"/>
    <p:sldId id="375" r:id="rId33"/>
    <p:sldId id="377" r:id="rId34"/>
    <p:sldId id="376" r:id="rId35"/>
    <p:sldId id="389" r:id="rId36"/>
    <p:sldId id="397" r:id="rId37"/>
    <p:sldId id="420" r:id="rId38"/>
    <p:sldId id="398" r:id="rId39"/>
    <p:sldId id="399" r:id="rId40"/>
    <p:sldId id="400" r:id="rId41"/>
    <p:sldId id="421" r:id="rId42"/>
    <p:sldId id="401" r:id="rId43"/>
    <p:sldId id="402" r:id="rId44"/>
    <p:sldId id="403" r:id="rId45"/>
    <p:sldId id="409" r:id="rId46"/>
    <p:sldId id="404" r:id="rId47"/>
    <p:sldId id="405" r:id="rId48"/>
    <p:sldId id="406" r:id="rId49"/>
    <p:sldId id="407" r:id="rId50"/>
    <p:sldId id="408" r:id="rId51"/>
    <p:sldId id="410" r:id="rId52"/>
    <p:sldId id="411" r:id="rId53"/>
    <p:sldId id="412" r:id="rId54"/>
    <p:sldId id="413" r:id="rId55"/>
    <p:sldId id="414" r:id="rId56"/>
    <p:sldId id="415" r:id="rId57"/>
    <p:sldId id="416" r:id="rId58"/>
    <p:sldId id="417" r:id="rId59"/>
    <p:sldId id="419" r:id="rId60"/>
    <p:sldId id="422" r:id="rId61"/>
    <p:sldId id="423" r:id="rId62"/>
    <p:sldId id="293" r:id="rId6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9FF"/>
    <a:srgbClr val="FF9B9B"/>
    <a:srgbClr val="FF00FF"/>
    <a:srgbClr val="FFFFDD"/>
    <a:srgbClr val="245A8C"/>
    <a:srgbClr val="DAE9F6"/>
    <a:srgbClr val="9BC2E5"/>
    <a:srgbClr val="428BCE"/>
    <a:srgbClr val="FFFFFF"/>
    <a:srgbClr val="AF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42" autoAdjust="0"/>
    <p:restoredTop sz="94660"/>
  </p:normalViewPr>
  <p:slideViewPr>
    <p:cSldViewPr snapToGrid="0">
      <p:cViewPr varScale="1">
        <p:scale>
          <a:sx n="99" d="100"/>
          <a:sy n="99" d="100"/>
        </p:scale>
        <p:origin x="62" y="3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Silveira Kupssinsku" userId="42a33605-a046-4c25-b539-4b2c4f8a48bf" providerId="ADAL" clId="{A8E99354-147F-462E-B069-A48B037E631B}"/>
    <pc:docChg chg="custSel modSld">
      <pc:chgData name="Lucas Silveira Kupssinsku" userId="42a33605-a046-4c25-b539-4b2c4f8a48bf" providerId="ADAL" clId="{A8E99354-147F-462E-B069-A48B037E631B}" dt="2025-06-18T00:39:23.119" v="3" actId="478"/>
      <pc:docMkLst>
        <pc:docMk/>
      </pc:docMkLst>
      <pc:sldChg chg="delSp mod">
        <pc:chgData name="Lucas Silveira Kupssinsku" userId="42a33605-a046-4c25-b539-4b2c4f8a48bf" providerId="ADAL" clId="{A8E99354-147F-462E-B069-A48B037E631B}" dt="2025-06-18T00:38:56.800" v="0" actId="478"/>
        <pc:sldMkLst>
          <pc:docMk/>
          <pc:sldMk cId="3478744568" sldId="410"/>
        </pc:sldMkLst>
        <pc:cxnChg chg="del">
          <ac:chgData name="Lucas Silveira Kupssinsku" userId="42a33605-a046-4c25-b539-4b2c4f8a48bf" providerId="ADAL" clId="{A8E99354-147F-462E-B069-A48B037E631B}" dt="2025-06-18T00:38:56.800" v="0" actId="478"/>
          <ac:cxnSpMkLst>
            <pc:docMk/>
            <pc:sldMk cId="3478744568" sldId="410"/>
            <ac:cxnSpMk id="56" creationId="{80DB0486-797E-0E4F-6F88-E5C7DF903437}"/>
          </ac:cxnSpMkLst>
        </pc:cxnChg>
      </pc:sldChg>
      <pc:sldChg chg="delSp mod">
        <pc:chgData name="Lucas Silveira Kupssinsku" userId="42a33605-a046-4c25-b539-4b2c4f8a48bf" providerId="ADAL" clId="{A8E99354-147F-462E-B069-A48B037E631B}" dt="2025-06-18T00:39:04.304" v="1" actId="478"/>
        <pc:sldMkLst>
          <pc:docMk/>
          <pc:sldMk cId="4250413379" sldId="411"/>
        </pc:sldMkLst>
        <pc:cxnChg chg="del">
          <ac:chgData name="Lucas Silveira Kupssinsku" userId="42a33605-a046-4c25-b539-4b2c4f8a48bf" providerId="ADAL" clId="{A8E99354-147F-462E-B069-A48B037E631B}" dt="2025-06-18T00:39:04.304" v="1" actId="478"/>
          <ac:cxnSpMkLst>
            <pc:docMk/>
            <pc:sldMk cId="4250413379" sldId="411"/>
            <ac:cxnSpMk id="56" creationId="{80DB0486-797E-0E4F-6F88-E5C7DF903437}"/>
          </ac:cxnSpMkLst>
        </pc:cxnChg>
      </pc:sldChg>
      <pc:sldChg chg="delSp mod">
        <pc:chgData name="Lucas Silveira Kupssinsku" userId="42a33605-a046-4c25-b539-4b2c4f8a48bf" providerId="ADAL" clId="{A8E99354-147F-462E-B069-A48B037E631B}" dt="2025-06-18T00:39:17.880" v="2" actId="478"/>
        <pc:sldMkLst>
          <pc:docMk/>
          <pc:sldMk cId="3571705808" sldId="412"/>
        </pc:sldMkLst>
        <pc:cxnChg chg="del">
          <ac:chgData name="Lucas Silveira Kupssinsku" userId="42a33605-a046-4c25-b539-4b2c4f8a48bf" providerId="ADAL" clId="{A8E99354-147F-462E-B069-A48B037E631B}" dt="2025-06-18T00:39:17.880" v="2" actId="478"/>
          <ac:cxnSpMkLst>
            <pc:docMk/>
            <pc:sldMk cId="3571705808" sldId="412"/>
            <ac:cxnSpMk id="56" creationId="{80DB0486-797E-0E4F-6F88-E5C7DF903437}"/>
          </ac:cxnSpMkLst>
        </pc:cxnChg>
      </pc:sldChg>
      <pc:sldChg chg="delSp mod">
        <pc:chgData name="Lucas Silveira Kupssinsku" userId="42a33605-a046-4c25-b539-4b2c4f8a48bf" providerId="ADAL" clId="{A8E99354-147F-462E-B069-A48B037E631B}" dt="2025-06-18T00:39:23.119" v="3" actId="478"/>
        <pc:sldMkLst>
          <pc:docMk/>
          <pc:sldMk cId="789022103" sldId="413"/>
        </pc:sldMkLst>
        <pc:cxnChg chg="del">
          <ac:chgData name="Lucas Silveira Kupssinsku" userId="42a33605-a046-4c25-b539-4b2c4f8a48bf" providerId="ADAL" clId="{A8E99354-147F-462E-B069-A48B037E631B}" dt="2025-06-18T00:39:23.119" v="3" actId="478"/>
          <ac:cxnSpMkLst>
            <pc:docMk/>
            <pc:sldMk cId="789022103" sldId="413"/>
            <ac:cxnSpMk id="56" creationId="{80DB0486-797E-0E4F-6F88-E5C7DF90343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DBEC8-B7CD-4879-87AE-64AF7BD7DF30}" type="datetimeFigureOut">
              <a:rPr lang="pt-BR" smtClean="0"/>
              <a:t>17/06/2025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50156-6885-4B39-8E78-85D0C1AED0F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15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36A27-9130-4759-A47A-23D3EAB30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1A88DD-808F-4F8D-84A5-3916FE3D8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AD0587-6BA5-4755-A254-BA8BAB6A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3EE8-82C7-4BB9-8AE0-A839B9F0439B}" type="datetime1">
              <a:rPr lang="pt-BR" smtClean="0"/>
              <a:t>17/06/2025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54C2AD-8133-48B1-A30D-493AEB54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85C79A-F85A-4516-A45F-AA8BEF57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69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6CC7B-9026-47F0-A53D-971D687F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79AE47-E774-440E-BB95-261546E48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D0AA4-83FF-4C0C-8613-B3D0E937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079A-94C2-45A1-88AB-6250F7D03304}" type="datetime1">
              <a:rPr lang="pt-BR" smtClean="0"/>
              <a:t>17/06/2025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984507-0CE8-4D65-8720-EE422B955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BCF4AD-DDBF-4D80-A019-F4FEC8F4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777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7D888-DBC5-4160-A401-DF4296CF8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41015C-6433-4AA1-82DC-E038C8C7C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375D2A-D6E9-4EA5-9A79-B0200907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87A7-29BF-49EF-AFD5-EA48A803025A}" type="datetime1">
              <a:rPr lang="pt-BR" smtClean="0"/>
              <a:t>17/06/2025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B65A21-5BD0-48CC-9633-CD3EBDDB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18FF30-0E8C-4739-A740-930FD7CE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580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98A0D-47CA-4BF5-8A53-03DEDDB1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6693E7-97F4-43B7-A4A2-B26156714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A5FED8-E805-40F8-AED2-2B37F607D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2B54B3-3070-46A9-BB16-347D6E91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B6DB7-59BC-4CD2-BD08-E2943D1EF069}" type="datetime1">
              <a:rPr lang="pt-BR" smtClean="0"/>
              <a:t>17/06/2025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695434-EDA8-4C3C-8BF0-E097E53C0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483E8E-C241-4C26-AD63-8E114572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41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86158-79AD-47BA-94A0-7B5C1B2F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F05BE3-8146-47FD-B959-DE98B68C2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A55466-A0D9-4326-8C0B-11D9ECB99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D8DD07B-B6ED-4D98-9C41-AB40AAD2E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E0E32ED-0580-4733-8A15-EF1A54EE76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0B57CC4-6BEE-4C56-B5A7-8348FFBA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93418-6918-484A-8421-0D025D0D8A67}" type="datetime1">
              <a:rPr lang="pt-BR" smtClean="0"/>
              <a:t>17/06/2025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8A9786-CC6C-453F-88B8-EDE8FEEEE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ACE4B8-7B8A-4602-8AC9-3F4E66D7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03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1E33F-43CC-4BCB-A00F-C169AF13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9A7E1A-8845-4FE6-ADDC-740512EC6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CAA2-036D-405F-9538-4B646274D645}" type="datetime1">
              <a:rPr lang="pt-BR" smtClean="0"/>
              <a:t>17/06/2025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5CA399-4971-4420-B53F-37EB8ACF2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B00EC4-0A80-464E-9415-C3F96738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7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EE76B2-7187-484D-B134-A77D8B30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13415-C3D3-416A-BA17-3FEFA32702EE}" type="datetime1">
              <a:rPr lang="pt-BR" smtClean="0"/>
              <a:t>17/06/2025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238519-4661-42E6-A172-40EEF015F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D207DA-461C-448E-83A6-5E42627C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14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9BC73-075F-4C57-B083-A2A53A76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53C72F-F7F4-4065-B66E-03AF5711E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830101-D942-46FF-BA69-E5E55509A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5132C4-FE9A-407F-A499-CB1C142D9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4281-F446-41F4-852D-AF0C5F0FB8E5}" type="datetime1">
              <a:rPr lang="pt-BR" smtClean="0"/>
              <a:t>17/06/2025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C6E7AD-95AD-4059-AE42-AA92FD2F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15626A-7012-4235-A6D7-A1A75234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65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42BC7-D688-430F-A256-18657B5F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33CB283-3B59-4BAD-87DF-1422F776B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3F9CF2-5A0D-4F0C-9FD8-7DB051EB0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76D9E3-8099-4187-BE37-EBC90D53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ACD1-8F4F-450B-9F25-92B5A7643D6C}" type="datetime1">
              <a:rPr lang="pt-BR" smtClean="0"/>
              <a:t>17/06/2025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FBBD30-A1E3-4861-9D26-E9EED18B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C0BD16-792A-45CC-8B4D-E0A7A883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215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3F8C5-185D-49E1-A53C-2E55BD5A1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D78D96-867E-469F-983A-80ACE3023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86A972-7A5F-4745-BB5E-7D0DDADC0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5C635-A7DF-42C1-A820-15BA95751108}" type="datetime1">
              <a:rPr lang="pt-BR" smtClean="0"/>
              <a:t>17/06/2025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2C18A6-57BF-49F1-97EA-7F9ACD0B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FE4627-EAD2-4008-B1FA-614849F55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79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E7A39B-F7E2-4A69-942C-6AEFE2C7B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298851-909A-4BB7-9514-2A3766F2D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06C408-EEE6-4851-8B3F-CBF1451B7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CA80-3A23-4BED-BFDD-EC237E1C9920}" type="datetime1">
              <a:rPr lang="pt-BR" smtClean="0"/>
              <a:t>17/06/2025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E5DE8C-E893-46D9-9054-DB6F88FD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22E16A-56BB-4B7D-8AA6-C3A5B376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738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1A29FE-D65E-4440-A657-262577AA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67D270-2A8A-433A-93D9-8D998D06B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C1113-45B0-4701-87FE-8C670E000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95C9C-EC44-4A90-8C72-29D4E173E628}" type="datetime1">
              <a:rPr lang="pt-BR" smtClean="0"/>
              <a:t>17/06/2025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72D9F7-AA55-448C-B21A-88D367431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BF8157-6D2F-4A31-942D-5AE190A46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40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12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6.png"/><Relationship Id="rId5" Type="http://schemas.openxmlformats.org/officeDocument/2006/relationships/image" Target="../media/image10.pn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9.png"/><Relationship Id="rId18" Type="http://schemas.openxmlformats.org/officeDocument/2006/relationships/image" Target="../media/image29.png"/><Relationship Id="rId3" Type="http://schemas.openxmlformats.org/officeDocument/2006/relationships/image" Target="../media/image19.png"/><Relationship Id="rId21" Type="http://schemas.openxmlformats.org/officeDocument/2006/relationships/image" Target="../media/image32.png"/><Relationship Id="rId7" Type="http://schemas.openxmlformats.org/officeDocument/2006/relationships/image" Target="../media/image21.png"/><Relationship Id="rId12" Type="http://schemas.openxmlformats.org/officeDocument/2006/relationships/image" Target="../media/image8.png"/><Relationship Id="rId17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1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10" Type="http://schemas.openxmlformats.org/officeDocument/2006/relationships/image" Target="../media/image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23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0" Type="http://schemas.openxmlformats.org/officeDocument/2006/relationships/image" Target="../media/image36.png"/><Relationship Id="rId9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7" Type="http://schemas.openxmlformats.org/officeDocument/2006/relationships/image" Target="../media/image4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1.png"/><Relationship Id="rId7" Type="http://schemas.openxmlformats.org/officeDocument/2006/relationships/image" Target="../media/image39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image" Target="../media/image86.png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2.png"/><Relationship Id="rId2" Type="http://schemas.openxmlformats.org/officeDocument/2006/relationships/image" Target="../media/image86.png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12.png"/><Relationship Id="rId7" Type="http://schemas.openxmlformats.org/officeDocument/2006/relationships/image" Target="../media/image115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10" Type="http://schemas.openxmlformats.org/officeDocument/2006/relationships/image" Target="../media/image116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18" Type="http://schemas.openxmlformats.org/officeDocument/2006/relationships/image" Target="../media/image13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17" Type="http://schemas.openxmlformats.org/officeDocument/2006/relationships/image" Target="../media/image131.png"/><Relationship Id="rId2" Type="http://schemas.openxmlformats.org/officeDocument/2006/relationships/image" Target="../media/image103.png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18" Type="http://schemas.openxmlformats.org/officeDocument/2006/relationships/image" Target="../media/image13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17" Type="http://schemas.openxmlformats.org/officeDocument/2006/relationships/image" Target="../media/image131.png"/><Relationship Id="rId2" Type="http://schemas.openxmlformats.org/officeDocument/2006/relationships/image" Target="../media/image103.png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10" Type="http://schemas.openxmlformats.org/officeDocument/2006/relationships/image" Target="../media/image124.png"/><Relationship Id="rId19" Type="http://schemas.openxmlformats.org/officeDocument/2006/relationships/image" Target="../media/image133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27.png"/><Relationship Id="rId18" Type="http://schemas.openxmlformats.org/officeDocument/2006/relationships/image" Target="../media/image148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143.png"/><Relationship Id="rId17" Type="http://schemas.openxmlformats.org/officeDocument/2006/relationships/image" Target="../media/image147.png"/><Relationship Id="rId2" Type="http://schemas.openxmlformats.org/officeDocument/2006/relationships/image" Target="../media/image134.png"/><Relationship Id="rId16" Type="http://schemas.openxmlformats.org/officeDocument/2006/relationships/image" Target="../media/image146.png"/><Relationship Id="rId20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137.png"/><Relationship Id="rId15" Type="http://schemas.openxmlformats.org/officeDocument/2006/relationships/image" Target="../media/image145.png"/><Relationship Id="rId10" Type="http://schemas.openxmlformats.org/officeDocument/2006/relationships/image" Target="../media/image141.png"/><Relationship Id="rId19" Type="http://schemas.openxmlformats.org/officeDocument/2006/relationships/image" Target="../media/image133.png"/><Relationship Id="rId4" Type="http://schemas.openxmlformats.org/officeDocument/2006/relationships/image" Target="../media/image136.png"/><Relationship Id="rId9" Type="http://schemas.openxmlformats.org/officeDocument/2006/relationships/image" Target="../media/image123.png"/><Relationship Id="rId14" Type="http://schemas.openxmlformats.org/officeDocument/2006/relationships/image" Target="../media/image14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27.png"/><Relationship Id="rId18" Type="http://schemas.openxmlformats.org/officeDocument/2006/relationships/image" Target="../media/image148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143.png"/><Relationship Id="rId17" Type="http://schemas.openxmlformats.org/officeDocument/2006/relationships/image" Target="../media/image147.png"/><Relationship Id="rId2" Type="http://schemas.openxmlformats.org/officeDocument/2006/relationships/image" Target="../media/image134.png"/><Relationship Id="rId16" Type="http://schemas.openxmlformats.org/officeDocument/2006/relationships/image" Target="../media/image146.png"/><Relationship Id="rId20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137.png"/><Relationship Id="rId15" Type="http://schemas.openxmlformats.org/officeDocument/2006/relationships/image" Target="../media/image145.png"/><Relationship Id="rId10" Type="http://schemas.openxmlformats.org/officeDocument/2006/relationships/image" Target="../media/image141.png"/><Relationship Id="rId19" Type="http://schemas.openxmlformats.org/officeDocument/2006/relationships/image" Target="../media/image133.png"/><Relationship Id="rId4" Type="http://schemas.openxmlformats.org/officeDocument/2006/relationships/image" Target="../media/image136.png"/><Relationship Id="rId9" Type="http://schemas.openxmlformats.org/officeDocument/2006/relationships/image" Target="../media/image123.png"/><Relationship Id="rId14" Type="http://schemas.openxmlformats.org/officeDocument/2006/relationships/image" Target="../media/image14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27.png"/><Relationship Id="rId18" Type="http://schemas.openxmlformats.org/officeDocument/2006/relationships/image" Target="../media/image148.png"/><Relationship Id="rId3" Type="http://schemas.openxmlformats.org/officeDocument/2006/relationships/image" Target="../media/image135.png"/><Relationship Id="rId21" Type="http://schemas.openxmlformats.org/officeDocument/2006/relationships/image" Target="../media/image152.png"/><Relationship Id="rId7" Type="http://schemas.openxmlformats.org/officeDocument/2006/relationships/image" Target="../media/image139.png"/><Relationship Id="rId12" Type="http://schemas.openxmlformats.org/officeDocument/2006/relationships/image" Target="../media/image143.png"/><Relationship Id="rId17" Type="http://schemas.openxmlformats.org/officeDocument/2006/relationships/image" Target="../media/image147.png"/><Relationship Id="rId2" Type="http://schemas.openxmlformats.org/officeDocument/2006/relationships/image" Target="../media/image134.png"/><Relationship Id="rId16" Type="http://schemas.openxmlformats.org/officeDocument/2006/relationships/image" Target="../media/image146.png"/><Relationship Id="rId20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137.png"/><Relationship Id="rId15" Type="http://schemas.openxmlformats.org/officeDocument/2006/relationships/image" Target="../media/image145.png"/><Relationship Id="rId10" Type="http://schemas.openxmlformats.org/officeDocument/2006/relationships/image" Target="../media/image141.png"/><Relationship Id="rId19" Type="http://schemas.openxmlformats.org/officeDocument/2006/relationships/image" Target="../media/image133.png"/><Relationship Id="rId4" Type="http://schemas.openxmlformats.org/officeDocument/2006/relationships/image" Target="../media/image136.png"/><Relationship Id="rId9" Type="http://schemas.openxmlformats.org/officeDocument/2006/relationships/image" Target="../media/image123.png"/><Relationship Id="rId14" Type="http://schemas.openxmlformats.org/officeDocument/2006/relationships/image" Target="../media/image14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27.png"/><Relationship Id="rId18" Type="http://schemas.openxmlformats.org/officeDocument/2006/relationships/image" Target="../media/image148.png"/><Relationship Id="rId3" Type="http://schemas.openxmlformats.org/officeDocument/2006/relationships/image" Target="../media/image135.png"/><Relationship Id="rId21" Type="http://schemas.openxmlformats.org/officeDocument/2006/relationships/image" Target="../media/image154.png"/><Relationship Id="rId7" Type="http://schemas.openxmlformats.org/officeDocument/2006/relationships/image" Target="../media/image139.png"/><Relationship Id="rId12" Type="http://schemas.openxmlformats.org/officeDocument/2006/relationships/image" Target="../media/image143.png"/><Relationship Id="rId17" Type="http://schemas.openxmlformats.org/officeDocument/2006/relationships/image" Target="../media/image147.png"/><Relationship Id="rId2" Type="http://schemas.openxmlformats.org/officeDocument/2006/relationships/image" Target="../media/image134.png"/><Relationship Id="rId16" Type="http://schemas.openxmlformats.org/officeDocument/2006/relationships/image" Target="../media/image146.png"/><Relationship Id="rId20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137.png"/><Relationship Id="rId15" Type="http://schemas.openxmlformats.org/officeDocument/2006/relationships/image" Target="../media/image145.png"/><Relationship Id="rId10" Type="http://schemas.openxmlformats.org/officeDocument/2006/relationships/image" Target="../media/image141.png"/><Relationship Id="rId19" Type="http://schemas.openxmlformats.org/officeDocument/2006/relationships/image" Target="../media/image133.png"/><Relationship Id="rId4" Type="http://schemas.openxmlformats.org/officeDocument/2006/relationships/image" Target="../media/image136.png"/><Relationship Id="rId9" Type="http://schemas.openxmlformats.org/officeDocument/2006/relationships/image" Target="../media/image123.png"/><Relationship Id="rId14" Type="http://schemas.openxmlformats.org/officeDocument/2006/relationships/image" Target="../media/image14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27.png"/><Relationship Id="rId18" Type="http://schemas.openxmlformats.org/officeDocument/2006/relationships/image" Target="../media/image148.png"/><Relationship Id="rId3" Type="http://schemas.openxmlformats.org/officeDocument/2006/relationships/image" Target="../media/image155.png"/><Relationship Id="rId21" Type="http://schemas.openxmlformats.org/officeDocument/2006/relationships/image" Target="../media/image152.png"/><Relationship Id="rId7" Type="http://schemas.openxmlformats.org/officeDocument/2006/relationships/image" Target="../media/image139.png"/><Relationship Id="rId12" Type="http://schemas.openxmlformats.org/officeDocument/2006/relationships/image" Target="../media/image143.png"/><Relationship Id="rId17" Type="http://schemas.openxmlformats.org/officeDocument/2006/relationships/image" Target="../media/image147.png"/><Relationship Id="rId2" Type="http://schemas.openxmlformats.org/officeDocument/2006/relationships/image" Target="../media/image134.png"/><Relationship Id="rId16" Type="http://schemas.openxmlformats.org/officeDocument/2006/relationships/image" Target="../media/image146.png"/><Relationship Id="rId20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137.png"/><Relationship Id="rId15" Type="http://schemas.openxmlformats.org/officeDocument/2006/relationships/image" Target="../media/image145.png"/><Relationship Id="rId10" Type="http://schemas.openxmlformats.org/officeDocument/2006/relationships/image" Target="../media/image156.png"/><Relationship Id="rId19" Type="http://schemas.openxmlformats.org/officeDocument/2006/relationships/image" Target="../media/image133.png"/><Relationship Id="rId4" Type="http://schemas.openxmlformats.org/officeDocument/2006/relationships/image" Target="../media/image136.png"/><Relationship Id="rId9" Type="http://schemas.openxmlformats.org/officeDocument/2006/relationships/image" Target="../media/image123.png"/><Relationship Id="rId14" Type="http://schemas.openxmlformats.org/officeDocument/2006/relationships/image" Target="../media/image144.png"/><Relationship Id="rId22" Type="http://schemas.openxmlformats.org/officeDocument/2006/relationships/image" Target="../media/image15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27.png"/><Relationship Id="rId18" Type="http://schemas.openxmlformats.org/officeDocument/2006/relationships/image" Target="../media/image148.png"/><Relationship Id="rId3" Type="http://schemas.openxmlformats.org/officeDocument/2006/relationships/image" Target="../media/image155.png"/><Relationship Id="rId7" Type="http://schemas.openxmlformats.org/officeDocument/2006/relationships/image" Target="../media/image139.png"/><Relationship Id="rId12" Type="http://schemas.openxmlformats.org/officeDocument/2006/relationships/image" Target="../media/image143.png"/><Relationship Id="rId17" Type="http://schemas.openxmlformats.org/officeDocument/2006/relationships/image" Target="../media/image147.png"/><Relationship Id="rId2" Type="http://schemas.openxmlformats.org/officeDocument/2006/relationships/image" Target="../media/image134.png"/><Relationship Id="rId16" Type="http://schemas.openxmlformats.org/officeDocument/2006/relationships/image" Target="../media/image146.png"/><Relationship Id="rId20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137.png"/><Relationship Id="rId15" Type="http://schemas.openxmlformats.org/officeDocument/2006/relationships/image" Target="../media/image145.png"/><Relationship Id="rId10" Type="http://schemas.openxmlformats.org/officeDocument/2006/relationships/image" Target="../media/image156.png"/><Relationship Id="rId19" Type="http://schemas.openxmlformats.org/officeDocument/2006/relationships/image" Target="../media/image133.png"/><Relationship Id="rId4" Type="http://schemas.openxmlformats.org/officeDocument/2006/relationships/image" Target="../media/image136.png"/><Relationship Id="rId9" Type="http://schemas.openxmlformats.org/officeDocument/2006/relationships/image" Target="../media/image123.png"/><Relationship Id="rId14" Type="http://schemas.openxmlformats.org/officeDocument/2006/relationships/image" Target="../media/image14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27.png"/><Relationship Id="rId18" Type="http://schemas.openxmlformats.org/officeDocument/2006/relationships/image" Target="../media/image148.png"/><Relationship Id="rId3" Type="http://schemas.openxmlformats.org/officeDocument/2006/relationships/image" Target="../media/image155.png"/><Relationship Id="rId21" Type="http://schemas.openxmlformats.org/officeDocument/2006/relationships/image" Target="../media/image160.png"/><Relationship Id="rId7" Type="http://schemas.openxmlformats.org/officeDocument/2006/relationships/image" Target="../media/image139.png"/><Relationship Id="rId12" Type="http://schemas.openxmlformats.org/officeDocument/2006/relationships/image" Target="../media/image143.png"/><Relationship Id="rId17" Type="http://schemas.openxmlformats.org/officeDocument/2006/relationships/image" Target="../media/image147.png"/><Relationship Id="rId2" Type="http://schemas.openxmlformats.org/officeDocument/2006/relationships/image" Target="../media/image134.png"/><Relationship Id="rId16" Type="http://schemas.openxmlformats.org/officeDocument/2006/relationships/image" Target="../media/image146.png"/><Relationship Id="rId20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137.png"/><Relationship Id="rId15" Type="http://schemas.openxmlformats.org/officeDocument/2006/relationships/image" Target="../media/image145.png"/><Relationship Id="rId10" Type="http://schemas.openxmlformats.org/officeDocument/2006/relationships/image" Target="../media/image156.png"/><Relationship Id="rId19" Type="http://schemas.openxmlformats.org/officeDocument/2006/relationships/image" Target="../media/image133.png"/><Relationship Id="rId4" Type="http://schemas.openxmlformats.org/officeDocument/2006/relationships/image" Target="../media/image136.png"/><Relationship Id="rId9" Type="http://schemas.openxmlformats.org/officeDocument/2006/relationships/image" Target="../media/image123.png"/><Relationship Id="rId14" Type="http://schemas.openxmlformats.org/officeDocument/2006/relationships/image" Target="../media/image14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27.png"/><Relationship Id="rId18" Type="http://schemas.openxmlformats.org/officeDocument/2006/relationships/image" Target="../media/image148.png"/><Relationship Id="rId3" Type="http://schemas.openxmlformats.org/officeDocument/2006/relationships/image" Target="../media/image155.png"/><Relationship Id="rId21" Type="http://schemas.openxmlformats.org/officeDocument/2006/relationships/image" Target="../media/image162.png"/><Relationship Id="rId7" Type="http://schemas.openxmlformats.org/officeDocument/2006/relationships/image" Target="../media/image139.png"/><Relationship Id="rId12" Type="http://schemas.openxmlformats.org/officeDocument/2006/relationships/image" Target="../media/image143.png"/><Relationship Id="rId17" Type="http://schemas.openxmlformats.org/officeDocument/2006/relationships/image" Target="../media/image147.png"/><Relationship Id="rId2" Type="http://schemas.openxmlformats.org/officeDocument/2006/relationships/image" Target="../media/image134.png"/><Relationship Id="rId16" Type="http://schemas.openxmlformats.org/officeDocument/2006/relationships/image" Target="../media/image146.png"/><Relationship Id="rId20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137.png"/><Relationship Id="rId15" Type="http://schemas.openxmlformats.org/officeDocument/2006/relationships/image" Target="../media/image145.png"/><Relationship Id="rId10" Type="http://schemas.openxmlformats.org/officeDocument/2006/relationships/image" Target="../media/image156.png"/><Relationship Id="rId19" Type="http://schemas.openxmlformats.org/officeDocument/2006/relationships/image" Target="../media/image133.png"/><Relationship Id="rId4" Type="http://schemas.openxmlformats.org/officeDocument/2006/relationships/image" Target="../media/image136.png"/><Relationship Id="rId9" Type="http://schemas.openxmlformats.org/officeDocument/2006/relationships/image" Target="../media/image123.png"/><Relationship Id="rId14" Type="http://schemas.openxmlformats.org/officeDocument/2006/relationships/image" Target="../media/image14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27.png"/><Relationship Id="rId18" Type="http://schemas.openxmlformats.org/officeDocument/2006/relationships/image" Target="../media/image148.png"/><Relationship Id="rId3" Type="http://schemas.openxmlformats.org/officeDocument/2006/relationships/image" Target="../media/image155.png"/><Relationship Id="rId21" Type="http://schemas.openxmlformats.org/officeDocument/2006/relationships/image" Target="../media/image164.png"/><Relationship Id="rId7" Type="http://schemas.openxmlformats.org/officeDocument/2006/relationships/image" Target="../media/image139.png"/><Relationship Id="rId12" Type="http://schemas.openxmlformats.org/officeDocument/2006/relationships/image" Target="../media/image143.png"/><Relationship Id="rId17" Type="http://schemas.openxmlformats.org/officeDocument/2006/relationships/image" Target="../media/image147.png"/><Relationship Id="rId2" Type="http://schemas.openxmlformats.org/officeDocument/2006/relationships/image" Target="../media/image134.png"/><Relationship Id="rId16" Type="http://schemas.openxmlformats.org/officeDocument/2006/relationships/image" Target="../media/image146.png"/><Relationship Id="rId20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137.png"/><Relationship Id="rId15" Type="http://schemas.openxmlformats.org/officeDocument/2006/relationships/image" Target="../media/image145.png"/><Relationship Id="rId10" Type="http://schemas.openxmlformats.org/officeDocument/2006/relationships/image" Target="../media/image156.png"/><Relationship Id="rId19" Type="http://schemas.openxmlformats.org/officeDocument/2006/relationships/image" Target="../media/image133.png"/><Relationship Id="rId4" Type="http://schemas.openxmlformats.org/officeDocument/2006/relationships/image" Target="../media/image136.png"/><Relationship Id="rId9" Type="http://schemas.openxmlformats.org/officeDocument/2006/relationships/image" Target="../media/image123.png"/><Relationship Id="rId14" Type="http://schemas.openxmlformats.org/officeDocument/2006/relationships/image" Target="../media/image14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27.png"/><Relationship Id="rId18" Type="http://schemas.openxmlformats.org/officeDocument/2006/relationships/image" Target="../media/image148.png"/><Relationship Id="rId3" Type="http://schemas.openxmlformats.org/officeDocument/2006/relationships/image" Target="../media/image155.png"/><Relationship Id="rId7" Type="http://schemas.openxmlformats.org/officeDocument/2006/relationships/image" Target="../media/image139.png"/><Relationship Id="rId12" Type="http://schemas.openxmlformats.org/officeDocument/2006/relationships/image" Target="../media/image143.png"/><Relationship Id="rId17" Type="http://schemas.openxmlformats.org/officeDocument/2006/relationships/image" Target="../media/image147.png"/><Relationship Id="rId2" Type="http://schemas.openxmlformats.org/officeDocument/2006/relationships/image" Target="../media/image134.png"/><Relationship Id="rId16" Type="http://schemas.openxmlformats.org/officeDocument/2006/relationships/image" Target="../media/image146.png"/><Relationship Id="rId20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137.png"/><Relationship Id="rId15" Type="http://schemas.openxmlformats.org/officeDocument/2006/relationships/image" Target="../media/image145.png"/><Relationship Id="rId10" Type="http://schemas.openxmlformats.org/officeDocument/2006/relationships/image" Target="../media/image156.png"/><Relationship Id="rId19" Type="http://schemas.openxmlformats.org/officeDocument/2006/relationships/image" Target="../media/image133.png"/><Relationship Id="rId4" Type="http://schemas.openxmlformats.org/officeDocument/2006/relationships/image" Target="../media/image136.png"/><Relationship Id="rId9" Type="http://schemas.openxmlformats.org/officeDocument/2006/relationships/image" Target="../media/image123.png"/><Relationship Id="rId14" Type="http://schemas.openxmlformats.org/officeDocument/2006/relationships/image" Target="../media/image144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27.png"/><Relationship Id="rId18" Type="http://schemas.openxmlformats.org/officeDocument/2006/relationships/image" Target="../media/image148.png"/><Relationship Id="rId3" Type="http://schemas.openxmlformats.org/officeDocument/2006/relationships/image" Target="../media/image155.png"/><Relationship Id="rId7" Type="http://schemas.openxmlformats.org/officeDocument/2006/relationships/image" Target="../media/image139.png"/><Relationship Id="rId12" Type="http://schemas.openxmlformats.org/officeDocument/2006/relationships/image" Target="../media/image143.png"/><Relationship Id="rId17" Type="http://schemas.openxmlformats.org/officeDocument/2006/relationships/image" Target="../media/image147.png"/><Relationship Id="rId2" Type="http://schemas.openxmlformats.org/officeDocument/2006/relationships/image" Target="../media/image134.png"/><Relationship Id="rId16" Type="http://schemas.openxmlformats.org/officeDocument/2006/relationships/image" Target="../media/image146.png"/><Relationship Id="rId20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137.png"/><Relationship Id="rId15" Type="http://schemas.openxmlformats.org/officeDocument/2006/relationships/image" Target="../media/image145.png"/><Relationship Id="rId10" Type="http://schemas.openxmlformats.org/officeDocument/2006/relationships/image" Target="../media/image156.png"/><Relationship Id="rId19" Type="http://schemas.openxmlformats.org/officeDocument/2006/relationships/image" Target="../media/image133.png"/><Relationship Id="rId4" Type="http://schemas.openxmlformats.org/officeDocument/2006/relationships/image" Target="../media/image136.png"/><Relationship Id="rId9" Type="http://schemas.openxmlformats.org/officeDocument/2006/relationships/image" Target="../media/image123.png"/><Relationship Id="rId14" Type="http://schemas.openxmlformats.org/officeDocument/2006/relationships/image" Target="../media/image14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27.png"/><Relationship Id="rId18" Type="http://schemas.openxmlformats.org/officeDocument/2006/relationships/image" Target="../media/image148.png"/><Relationship Id="rId3" Type="http://schemas.openxmlformats.org/officeDocument/2006/relationships/image" Target="../media/image155.png"/><Relationship Id="rId7" Type="http://schemas.openxmlformats.org/officeDocument/2006/relationships/image" Target="../media/image139.png"/><Relationship Id="rId12" Type="http://schemas.openxmlformats.org/officeDocument/2006/relationships/image" Target="../media/image143.png"/><Relationship Id="rId17" Type="http://schemas.openxmlformats.org/officeDocument/2006/relationships/image" Target="../media/image147.png"/><Relationship Id="rId2" Type="http://schemas.openxmlformats.org/officeDocument/2006/relationships/image" Target="../media/image134.png"/><Relationship Id="rId16" Type="http://schemas.openxmlformats.org/officeDocument/2006/relationships/image" Target="../media/image146.png"/><Relationship Id="rId20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137.png"/><Relationship Id="rId15" Type="http://schemas.openxmlformats.org/officeDocument/2006/relationships/image" Target="../media/image145.png"/><Relationship Id="rId10" Type="http://schemas.openxmlformats.org/officeDocument/2006/relationships/image" Target="../media/image156.png"/><Relationship Id="rId19" Type="http://schemas.openxmlformats.org/officeDocument/2006/relationships/image" Target="../media/image133.png"/><Relationship Id="rId4" Type="http://schemas.openxmlformats.org/officeDocument/2006/relationships/image" Target="../media/image136.png"/><Relationship Id="rId9" Type="http://schemas.openxmlformats.org/officeDocument/2006/relationships/image" Target="../media/image123.png"/><Relationship Id="rId14" Type="http://schemas.openxmlformats.org/officeDocument/2006/relationships/image" Target="../media/image144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27.png"/><Relationship Id="rId18" Type="http://schemas.openxmlformats.org/officeDocument/2006/relationships/image" Target="../media/image148.png"/><Relationship Id="rId3" Type="http://schemas.openxmlformats.org/officeDocument/2006/relationships/image" Target="../media/image155.png"/><Relationship Id="rId7" Type="http://schemas.openxmlformats.org/officeDocument/2006/relationships/image" Target="../media/image139.png"/><Relationship Id="rId12" Type="http://schemas.openxmlformats.org/officeDocument/2006/relationships/image" Target="../media/image143.png"/><Relationship Id="rId17" Type="http://schemas.openxmlformats.org/officeDocument/2006/relationships/image" Target="../media/image147.png"/><Relationship Id="rId2" Type="http://schemas.openxmlformats.org/officeDocument/2006/relationships/image" Target="../media/image168.png"/><Relationship Id="rId16" Type="http://schemas.openxmlformats.org/officeDocument/2006/relationships/image" Target="../media/image146.png"/><Relationship Id="rId20" Type="http://schemas.openxmlformats.org/officeDocument/2006/relationships/image" Target="../media/image1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137.png"/><Relationship Id="rId15" Type="http://schemas.openxmlformats.org/officeDocument/2006/relationships/image" Target="../media/image145.png"/><Relationship Id="rId10" Type="http://schemas.openxmlformats.org/officeDocument/2006/relationships/image" Target="../media/image156.png"/><Relationship Id="rId19" Type="http://schemas.openxmlformats.org/officeDocument/2006/relationships/image" Target="../media/image133.png"/><Relationship Id="rId4" Type="http://schemas.openxmlformats.org/officeDocument/2006/relationships/image" Target="../media/image136.png"/><Relationship Id="rId9" Type="http://schemas.openxmlformats.org/officeDocument/2006/relationships/image" Target="../media/image123.png"/><Relationship Id="rId14" Type="http://schemas.openxmlformats.org/officeDocument/2006/relationships/image" Target="../media/image14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180.png"/><Relationship Id="rId18" Type="http://schemas.openxmlformats.org/officeDocument/2006/relationships/image" Target="../media/image185.png"/><Relationship Id="rId3" Type="http://schemas.openxmlformats.org/officeDocument/2006/relationships/image" Target="../media/image170.png"/><Relationship Id="rId21" Type="http://schemas.openxmlformats.org/officeDocument/2006/relationships/image" Target="../media/image186.png"/><Relationship Id="rId7" Type="http://schemas.openxmlformats.org/officeDocument/2006/relationships/image" Target="../media/image174.png"/><Relationship Id="rId12" Type="http://schemas.openxmlformats.org/officeDocument/2006/relationships/image" Target="../media/image179.png"/><Relationship Id="rId17" Type="http://schemas.openxmlformats.org/officeDocument/2006/relationships/image" Target="../media/image184.png"/><Relationship Id="rId25" Type="http://schemas.openxmlformats.org/officeDocument/2006/relationships/image" Target="../media/image190.png"/><Relationship Id="rId2" Type="http://schemas.openxmlformats.org/officeDocument/2006/relationships/image" Target="../media/image168.png"/><Relationship Id="rId16" Type="http://schemas.openxmlformats.org/officeDocument/2006/relationships/image" Target="../media/image183.png"/><Relationship Id="rId20" Type="http://schemas.openxmlformats.org/officeDocument/2006/relationships/image" Target="../media/image1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png"/><Relationship Id="rId11" Type="http://schemas.openxmlformats.org/officeDocument/2006/relationships/image" Target="../media/image178.png"/><Relationship Id="rId24" Type="http://schemas.openxmlformats.org/officeDocument/2006/relationships/image" Target="../media/image189.png"/><Relationship Id="rId5" Type="http://schemas.openxmlformats.org/officeDocument/2006/relationships/image" Target="../media/image172.png"/><Relationship Id="rId15" Type="http://schemas.openxmlformats.org/officeDocument/2006/relationships/image" Target="../media/image182.png"/><Relationship Id="rId23" Type="http://schemas.openxmlformats.org/officeDocument/2006/relationships/image" Target="../media/image188.png"/><Relationship Id="rId10" Type="http://schemas.openxmlformats.org/officeDocument/2006/relationships/image" Target="../media/image177.png"/><Relationship Id="rId19" Type="http://schemas.openxmlformats.org/officeDocument/2006/relationships/image" Target="../media/image133.png"/><Relationship Id="rId4" Type="http://schemas.openxmlformats.org/officeDocument/2006/relationships/image" Target="../media/image171.png"/><Relationship Id="rId9" Type="http://schemas.openxmlformats.org/officeDocument/2006/relationships/image" Target="../media/image176.png"/><Relationship Id="rId14" Type="http://schemas.openxmlformats.org/officeDocument/2006/relationships/image" Target="../media/image181.png"/><Relationship Id="rId22" Type="http://schemas.openxmlformats.org/officeDocument/2006/relationships/image" Target="../media/image18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180.png"/><Relationship Id="rId18" Type="http://schemas.openxmlformats.org/officeDocument/2006/relationships/image" Target="../media/image185.png"/><Relationship Id="rId3" Type="http://schemas.openxmlformats.org/officeDocument/2006/relationships/image" Target="../media/image170.png"/><Relationship Id="rId21" Type="http://schemas.openxmlformats.org/officeDocument/2006/relationships/image" Target="../media/image191.png"/><Relationship Id="rId7" Type="http://schemas.openxmlformats.org/officeDocument/2006/relationships/image" Target="../media/image174.png"/><Relationship Id="rId12" Type="http://schemas.openxmlformats.org/officeDocument/2006/relationships/image" Target="../media/image179.png"/><Relationship Id="rId17" Type="http://schemas.openxmlformats.org/officeDocument/2006/relationships/image" Target="../media/image184.png"/><Relationship Id="rId25" Type="http://schemas.openxmlformats.org/officeDocument/2006/relationships/image" Target="../media/image195.png"/><Relationship Id="rId2" Type="http://schemas.openxmlformats.org/officeDocument/2006/relationships/image" Target="../media/image168.png"/><Relationship Id="rId16" Type="http://schemas.openxmlformats.org/officeDocument/2006/relationships/image" Target="../media/image183.png"/><Relationship Id="rId20" Type="http://schemas.openxmlformats.org/officeDocument/2006/relationships/image" Target="../media/image1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png"/><Relationship Id="rId11" Type="http://schemas.openxmlformats.org/officeDocument/2006/relationships/image" Target="../media/image178.png"/><Relationship Id="rId24" Type="http://schemas.openxmlformats.org/officeDocument/2006/relationships/image" Target="../media/image194.png"/><Relationship Id="rId5" Type="http://schemas.openxmlformats.org/officeDocument/2006/relationships/image" Target="../media/image172.png"/><Relationship Id="rId15" Type="http://schemas.openxmlformats.org/officeDocument/2006/relationships/image" Target="../media/image182.png"/><Relationship Id="rId23" Type="http://schemas.openxmlformats.org/officeDocument/2006/relationships/image" Target="../media/image193.png"/><Relationship Id="rId10" Type="http://schemas.openxmlformats.org/officeDocument/2006/relationships/image" Target="../media/image177.png"/><Relationship Id="rId19" Type="http://schemas.openxmlformats.org/officeDocument/2006/relationships/image" Target="../media/image133.png"/><Relationship Id="rId4" Type="http://schemas.openxmlformats.org/officeDocument/2006/relationships/image" Target="../media/image171.png"/><Relationship Id="rId9" Type="http://schemas.openxmlformats.org/officeDocument/2006/relationships/image" Target="../media/image176.png"/><Relationship Id="rId14" Type="http://schemas.openxmlformats.org/officeDocument/2006/relationships/image" Target="../media/image181.png"/><Relationship Id="rId22" Type="http://schemas.openxmlformats.org/officeDocument/2006/relationships/image" Target="../media/image192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180.png"/><Relationship Id="rId18" Type="http://schemas.openxmlformats.org/officeDocument/2006/relationships/image" Target="../media/image185.png"/><Relationship Id="rId3" Type="http://schemas.openxmlformats.org/officeDocument/2006/relationships/image" Target="../media/image170.png"/><Relationship Id="rId21" Type="http://schemas.openxmlformats.org/officeDocument/2006/relationships/image" Target="../media/image196.png"/><Relationship Id="rId7" Type="http://schemas.openxmlformats.org/officeDocument/2006/relationships/image" Target="../media/image174.png"/><Relationship Id="rId12" Type="http://schemas.openxmlformats.org/officeDocument/2006/relationships/image" Target="../media/image179.png"/><Relationship Id="rId17" Type="http://schemas.openxmlformats.org/officeDocument/2006/relationships/image" Target="../media/image184.png"/><Relationship Id="rId25" Type="http://schemas.openxmlformats.org/officeDocument/2006/relationships/image" Target="../media/image200.png"/><Relationship Id="rId2" Type="http://schemas.openxmlformats.org/officeDocument/2006/relationships/image" Target="../media/image168.png"/><Relationship Id="rId16" Type="http://schemas.openxmlformats.org/officeDocument/2006/relationships/image" Target="../media/image183.png"/><Relationship Id="rId20" Type="http://schemas.openxmlformats.org/officeDocument/2006/relationships/image" Target="../media/image1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png"/><Relationship Id="rId11" Type="http://schemas.openxmlformats.org/officeDocument/2006/relationships/image" Target="../media/image178.png"/><Relationship Id="rId24" Type="http://schemas.openxmlformats.org/officeDocument/2006/relationships/image" Target="../media/image199.png"/><Relationship Id="rId5" Type="http://schemas.openxmlformats.org/officeDocument/2006/relationships/image" Target="../media/image172.png"/><Relationship Id="rId15" Type="http://schemas.openxmlformats.org/officeDocument/2006/relationships/image" Target="../media/image182.png"/><Relationship Id="rId23" Type="http://schemas.openxmlformats.org/officeDocument/2006/relationships/image" Target="../media/image198.png"/><Relationship Id="rId10" Type="http://schemas.openxmlformats.org/officeDocument/2006/relationships/image" Target="../media/image177.png"/><Relationship Id="rId19" Type="http://schemas.openxmlformats.org/officeDocument/2006/relationships/image" Target="../media/image133.png"/><Relationship Id="rId4" Type="http://schemas.openxmlformats.org/officeDocument/2006/relationships/image" Target="../media/image171.png"/><Relationship Id="rId9" Type="http://schemas.openxmlformats.org/officeDocument/2006/relationships/image" Target="../media/image176.png"/><Relationship Id="rId14" Type="http://schemas.openxmlformats.org/officeDocument/2006/relationships/image" Target="../media/image181.png"/><Relationship Id="rId22" Type="http://schemas.openxmlformats.org/officeDocument/2006/relationships/image" Target="../media/image197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206.png"/><Relationship Id="rId18" Type="http://schemas.openxmlformats.org/officeDocument/2006/relationships/image" Target="../media/image209.png"/><Relationship Id="rId26" Type="http://schemas.openxmlformats.org/officeDocument/2006/relationships/image" Target="../media/image210.png"/><Relationship Id="rId3" Type="http://schemas.openxmlformats.org/officeDocument/2006/relationships/image" Target="../media/image170.png"/><Relationship Id="rId21" Type="http://schemas.openxmlformats.org/officeDocument/2006/relationships/image" Target="../media/image196.png"/><Relationship Id="rId7" Type="http://schemas.openxmlformats.org/officeDocument/2006/relationships/image" Target="../media/image174.png"/><Relationship Id="rId12" Type="http://schemas.openxmlformats.org/officeDocument/2006/relationships/image" Target="../media/image205.png"/><Relationship Id="rId17" Type="http://schemas.openxmlformats.org/officeDocument/2006/relationships/image" Target="../media/image208.png"/><Relationship Id="rId25" Type="http://schemas.openxmlformats.org/officeDocument/2006/relationships/image" Target="../media/image200.png"/><Relationship Id="rId2" Type="http://schemas.openxmlformats.org/officeDocument/2006/relationships/image" Target="../media/image168.png"/><Relationship Id="rId16" Type="http://schemas.openxmlformats.org/officeDocument/2006/relationships/image" Target="../media/image207.png"/><Relationship Id="rId20" Type="http://schemas.openxmlformats.org/officeDocument/2006/relationships/image" Target="../media/image1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png"/><Relationship Id="rId11" Type="http://schemas.openxmlformats.org/officeDocument/2006/relationships/image" Target="../media/image204.png"/><Relationship Id="rId24" Type="http://schemas.openxmlformats.org/officeDocument/2006/relationships/image" Target="../media/image199.png"/><Relationship Id="rId5" Type="http://schemas.openxmlformats.org/officeDocument/2006/relationships/image" Target="../media/image202.png"/><Relationship Id="rId15" Type="http://schemas.openxmlformats.org/officeDocument/2006/relationships/image" Target="../media/image182.png"/><Relationship Id="rId23" Type="http://schemas.openxmlformats.org/officeDocument/2006/relationships/image" Target="../media/image198.png"/><Relationship Id="rId10" Type="http://schemas.openxmlformats.org/officeDocument/2006/relationships/image" Target="../media/image177.png"/><Relationship Id="rId19" Type="http://schemas.openxmlformats.org/officeDocument/2006/relationships/image" Target="../media/image133.png"/><Relationship Id="rId4" Type="http://schemas.openxmlformats.org/officeDocument/2006/relationships/image" Target="../media/image201.png"/><Relationship Id="rId9" Type="http://schemas.openxmlformats.org/officeDocument/2006/relationships/image" Target="../media/image203.png"/><Relationship Id="rId14" Type="http://schemas.openxmlformats.org/officeDocument/2006/relationships/image" Target="../media/image181.png"/><Relationship Id="rId22" Type="http://schemas.openxmlformats.org/officeDocument/2006/relationships/image" Target="../media/image197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13" Type="http://schemas.openxmlformats.org/officeDocument/2006/relationships/image" Target="../media/image220.png"/><Relationship Id="rId3" Type="http://schemas.openxmlformats.org/officeDocument/2006/relationships/image" Target="../media/image104.png"/><Relationship Id="rId7" Type="http://schemas.openxmlformats.org/officeDocument/2006/relationships/image" Target="../media/image214.png"/><Relationship Id="rId12" Type="http://schemas.openxmlformats.org/officeDocument/2006/relationships/image" Target="../media/image219.png"/><Relationship Id="rId2" Type="http://schemas.openxmlformats.org/officeDocument/2006/relationships/image" Target="../media/image211.png"/><Relationship Id="rId16" Type="http://schemas.openxmlformats.org/officeDocument/2006/relationships/image" Target="../media/image2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3.png"/><Relationship Id="rId11" Type="http://schemas.openxmlformats.org/officeDocument/2006/relationships/image" Target="../media/image218.png"/><Relationship Id="rId5" Type="http://schemas.openxmlformats.org/officeDocument/2006/relationships/image" Target="../media/image212.png"/><Relationship Id="rId15" Type="http://schemas.openxmlformats.org/officeDocument/2006/relationships/image" Target="../media/image222.png"/><Relationship Id="rId10" Type="http://schemas.openxmlformats.org/officeDocument/2006/relationships/image" Target="../media/image217.png"/><Relationship Id="rId4" Type="http://schemas.openxmlformats.org/officeDocument/2006/relationships/image" Target="../media/image105.png"/><Relationship Id="rId9" Type="http://schemas.openxmlformats.org/officeDocument/2006/relationships/image" Target="../media/image216.png"/><Relationship Id="rId14" Type="http://schemas.openxmlformats.org/officeDocument/2006/relationships/image" Target="../media/image221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4B37C-3C8E-4FDE-9CD8-8FDBB9948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212529"/>
                </a:solidFill>
                <a:effectLst/>
                <a:latin typeface="-apple-system"/>
              </a:rPr>
              <a:t>Aprendizado Profundo 1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46BC0D-1C18-420A-8181-4599D8380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Redes Recorrentes</a:t>
            </a:r>
          </a:p>
          <a:p>
            <a:r>
              <a:rPr lang="pt-BR" dirty="0"/>
              <a:t>Professor: Lucas Silveira Kupssinskü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5EE3B-E0A9-0563-6E9A-DC0A22FB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02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DD5D8-21EA-D8C4-D1A9-58A7ED235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8CBDB-71AB-71C1-D108-4321E1B8E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Sequ</a:t>
            </a:r>
            <a:r>
              <a:rPr lang="en-US" dirty="0"/>
              <a:t>ê</a:t>
            </a:r>
            <a:r>
              <a:rPr lang="pt-BR" dirty="0" err="1"/>
              <a:t>ncias</a:t>
            </a:r>
            <a:endParaRPr lang="pt-BR" dirty="0"/>
          </a:p>
          <a:p>
            <a:r>
              <a:rPr lang="pt-BR" dirty="0"/>
              <a:t>Tentando modelar sequências com </a:t>
            </a:r>
            <a:r>
              <a:rPr lang="pt-BR" dirty="0" err="1"/>
              <a:t>MLPs</a:t>
            </a:r>
            <a:r>
              <a:rPr lang="pt-BR" dirty="0"/>
              <a:t> e </a:t>
            </a:r>
            <a:r>
              <a:rPr lang="pt-BR" dirty="0" err="1"/>
              <a:t>CNNs</a:t>
            </a:r>
            <a:endParaRPr lang="pt-BR" dirty="0"/>
          </a:p>
          <a:p>
            <a:r>
              <a:rPr lang="pt-BR" dirty="0"/>
              <a:t>Recorrência em Redes Neurais</a:t>
            </a:r>
          </a:p>
          <a:p>
            <a:pPr lvl="1"/>
            <a:r>
              <a:rPr lang="pt-BR" dirty="0"/>
              <a:t>Revisitando o MLP</a:t>
            </a:r>
          </a:p>
          <a:p>
            <a:pPr lvl="1"/>
            <a:r>
              <a:rPr lang="pt-BR" dirty="0"/>
              <a:t>Camadas densas com recorrência</a:t>
            </a:r>
          </a:p>
          <a:p>
            <a:pPr lvl="1"/>
            <a:r>
              <a:rPr lang="pt-BR" i="1" dirty="0" err="1"/>
              <a:t>Backpropagation</a:t>
            </a:r>
            <a:r>
              <a:rPr lang="pt-BR" i="1" dirty="0"/>
              <a:t> </a:t>
            </a:r>
            <a:r>
              <a:rPr lang="pt-BR" i="1" dirty="0" err="1"/>
              <a:t>Through</a:t>
            </a:r>
            <a:r>
              <a:rPr lang="pt-BR" i="1" dirty="0"/>
              <a:t> Time</a:t>
            </a:r>
          </a:p>
          <a:p>
            <a:endParaRPr lang="pt-BR" dirty="0"/>
          </a:p>
          <a:p>
            <a:pPr marL="0" indent="0">
              <a:buNone/>
            </a:pPr>
            <a:endParaRPr lang="pt-BR" i="1" dirty="0"/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F0B91-1014-3AD9-1DA9-99A34BF45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2D87D-8B62-413B-F946-20E4DC08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Sequências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44115-9D58-DBF3-7005-8FCFD5296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Avaliação</a:t>
            </a:r>
            <a:r>
              <a:rPr lang="en-US" dirty="0"/>
              <a:t> de </a:t>
            </a:r>
            <a:r>
              <a:rPr lang="en-US" dirty="0" err="1"/>
              <a:t>sentimento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0C7C5-37DB-FFF7-796D-AD1A8BFB1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A44C63-F205-40F3-3B3C-C7F0B668E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59" y="3429000"/>
            <a:ext cx="1678859" cy="25273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20AFA7-95C4-BFA4-ECD2-6AE285BB6C36}"/>
              </a:ext>
            </a:extLst>
          </p:cNvPr>
          <p:cNvSpPr txBox="1"/>
          <p:nvPr/>
        </p:nvSpPr>
        <p:spPr>
          <a:xfrm>
            <a:off x="838200" y="6091251"/>
            <a:ext cx="4434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</a:t>
            </a:r>
            <a:r>
              <a:rPr lang="en-US" sz="2400" i="1" dirty="0" err="1"/>
              <a:t>esse</a:t>
            </a:r>
            <a:r>
              <a:rPr lang="en-US" sz="2400" i="1" dirty="0"/>
              <a:t> </a:t>
            </a:r>
            <a:r>
              <a:rPr lang="en-US" sz="2400" i="1" dirty="0" err="1"/>
              <a:t>filme</a:t>
            </a:r>
            <a:r>
              <a:rPr lang="en-US" sz="2400" i="1" dirty="0"/>
              <a:t> é </a:t>
            </a:r>
            <a:r>
              <a:rPr lang="en-US" sz="2400" i="1" dirty="0" err="1"/>
              <a:t>uma</a:t>
            </a:r>
            <a:r>
              <a:rPr lang="en-US" sz="2400" i="1" dirty="0"/>
              <a:t> </a:t>
            </a:r>
            <a:r>
              <a:rPr lang="en-US" sz="2400" i="1" dirty="0" err="1"/>
              <a:t>bela</a:t>
            </a:r>
            <a:r>
              <a:rPr lang="en-US" sz="2400" i="1" dirty="0"/>
              <a:t> </a:t>
            </a:r>
            <a:r>
              <a:rPr lang="en-US" sz="2400" i="1" dirty="0" err="1"/>
              <a:t>porcaria</a:t>
            </a:r>
            <a:r>
              <a:rPr lang="en-US" sz="2400" dirty="0"/>
              <a:t>”</a:t>
            </a:r>
            <a:endParaRPr lang="pt-BR" sz="2400" dirty="0"/>
          </a:p>
        </p:txBody>
      </p:sp>
      <p:pic>
        <p:nvPicPr>
          <p:cNvPr id="1028" name="Picture 4" descr="Dislike - Free social media icons">
            <a:extLst>
              <a:ext uri="{FF2B5EF4-FFF2-40B4-BE49-F238E27FC236}">
                <a16:creationId xmlns:a16="http://schemas.microsoft.com/office/drawing/2014/main" id="{2969BD6E-B071-1AF1-8F5E-A5F9AA276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123" y="6091251"/>
            <a:ext cx="634123" cy="634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698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2D87D-8B62-413B-F946-20E4DC08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Sequências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44115-9D58-DBF3-7005-8FCFD5296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Avaliação</a:t>
            </a:r>
            <a:r>
              <a:rPr lang="en-US" dirty="0"/>
              <a:t> de </a:t>
            </a:r>
            <a:r>
              <a:rPr lang="en-US" dirty="0" err="1"/>
              <a:t>sentimento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0C7C5-37DB-FFF7-796D-AD1A8BFB1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A44C63-F205-40F3-3B3C-C7F0B668E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59" y="3418348"/>
            <a:ext cx="1678859" cy="25273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20AFA7-95C4-BFA4-ECD2-6AE285BB6C36}"/>
              </a:ext>
            </a:extLst>
          </p:cNvPr>
          <p:cNvSpPr txBox="1"/>
          <p:nvPr/>
        </p:nvSpPr>
        <p:spPr>
          <a:xfrm>
            <a:off x="838200" y="6080599"/>
            <a:ext cx="4434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</a:t>
            </a:r>
            <a:r>
              <a:rPr lang="en-US" sz="2400" i="1" dirty="0" err="1"/>
              <a:t>esse</a:t>
            </a:r>
            <a:r>
              <a:rPr lang="en-US" sz="2400" i="1" dirty="0"/>
              <a:t> </a:t>
            </a:r>
            <a:r>
              <a:rPr lang="en-US" sz="2400" i="1" dirty="0" err="1"/>
              <a:t>filme</a:t>
            </a:r>
            <a:r>
              <a:rPr lang="en-US" sz="2400" i="1" dirty="0"/>
              <a:t> é </a:t>
            </a:r>
            <a:r>
              <a:rPr lang="en-US" sz="2400" i="1" dirty="0" err="1"/>
              <a:t>uma</a:t>
            </a:r>
            <a:r>
              <a:rPr lang="en-US" sz="2400" i="1" dirty="0"/>
              <a:t> </a:t>
            </a:r>
            <a:r>
              <a:rPr lang="en-US" sz="2400" i="1" dirty="0" err="1"/>
              <a:t>bela</a:t>
            </a:r>
            <a:r>
              <a:rPr lang="en-US" sz="2400" i="1" dirty="0"/>
              <a:t> </a:t>
            </a:r>
            <a:r>
              <a:rPr lang="en-US" sz="2400" i="1" dirty="0" err="1"/>
              <a:t>porcaria</a:t>
            </a:r>
            <a:r>
              <a:rPr lang="en-US" sz="2400" dirty="0"/>
              <a:t>”</a:t>
            </a:r>
            <a:endParaRPr lang="pt-BR" sz="2400" dirty="0"/>
          </a:p>
        </p:txBody>
      </p:sp>
      <p:pic>
        <p:nvPicPr>
          <p:cNvPr id="1028" name="Picture 4" descr="Dislike - Free social media icons">
            <a:extLst>
              <a:ext uri="{FF2B5EF4-FFF2-40B4-BE49-F238E27FC236}">
                <a16:creationId xmlns:a16="http://schemas.microsoft.com/office/drawing/2014/main" id="{2969BD6E-B071-1AF1-8F5E-A5F9AA276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123" y="6080599"/>
            <a:ext cx="634123" cy="634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ike PNG transparent image download, size: 640x684px">
            <a:extLst>
              <a:ext uri="{FF2B5EF4-FFF2-40B4-BE49-F238E27FC236}">
                <a16:creationId xmlns:a16="http://schemas.microsoft.com/office/drawing/2014/main" id="{24B299DC-C1DC-DC20-02C6-46BB7DBE4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7489" y="2517524"/>
            <a:ext cx="533401" cy="57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0B0533-DB78-1FAC-CFAA-32305FAC0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4367" y="3201384"/>
            <a:ext cx="1945692" cy="27188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635C5D-4695-1AAE-B715-27A67C029458}"/>
              </a:ext>
            </a:extLst>
          </p:cNvPr>
          <p:cNvSpPr txBox="1"/>
          <p:nvPr/>
        </p:nvSpPr>
        <p:spPr>
          <a:xfrm>
            <a:off x="5694246" y="2374548"/>
            <a:ext cx="5518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“</a:t>
            </a:r>
            <a:r>
              <a:rPr lang="pt-BR" sz="2400" i="1" dirty="0"/>
              <a:t>Eu esperava que fosse uma porcaria, mas é uma bela forma de passar o tempo</a:t>
            </a:r>
            <a:r>
              <a:rPr lang="en-US" sz="2400" dirty="0"/>
              <a:t>”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109093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2D87D-8B62-413B-F946-20E4DC08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Sequências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44115-9D58-DBF3-7005-8FCFD5296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Avaliação</a:t>
            </a:r>
            <a:r>
              <a:rPr lang="en-US" dirty="0"/>
              <a:t> de </a:t>
            </a:r>
            <a:r>
              <a:rPr lang="en-US" dirty="0" err="1"/>
              <a:t>sentimento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0C7C5-37DB-FFF7-796D-AD1A8BFB1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A44C63-F205-40F3-3B3C-C7F0B668E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59" y="3418348"/>
            <a:ext cx="1678859" cy="25273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20AFA7-95C4-BFA4-ECD2-6AE285BB6C36}"/>
              </a:ext>
            </a:extLst>
          </p:cNvPr>
          <p:cNvSpPr txBox="1"/>
          <p:nvPr/>
        </p:nvSpPr>
        <p:spPr>
          <a:xfrm>
            <a:off x="838200" y="6080599"/>
            <a:ext cx="4434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</a:t>
            </a:r>
            <a:r>
              <a:rPr lang="en-US" sz="2400" i="1" dirty="0" err="1"/>
              <a:t>esse</a:t>
            </a:r>
            <a:r>
              <a:rPr lang="en-US" sz="2400" i="1" dirty="0"/>
              <a:t> </a:t>
            </a:r>
            <a:r>
              <a:rPr lang="en-US" sz="2400" i="1" dirty="0" err="1"/>
              <a:t>filme</a:t>
            </a:r>
            <a:r>
              <a:rPr lang="en-US" sz="2400" i="1" dirty="0"/>
              <a:t> é </a:t>
            </a:r>
            <a:r>
              <a:rPr lang="en-US" sz="2400" i="1" dirty="0" err="1"/>
              <a:t>uma</a:t>
            </a:r>
            <a:r>
              <a:rPr lang="en-US" sz="2400" i="1" dirty="0"/>
              <a:t> </a:t>
            </a:r>
            <a:r>
              <a:rPr lang="en-US" sz="2400" i="1" dirty="0" err="1"/>
              <a:t>bela</a:t>
            </a:r>
            <a:r>
              <a:rPr lang="en-US" sz="2400" i="1" dirty="0"/>
              <a:t> </a:t>
            </a:r>
            <a:r>
              <a:rPr lang="en-US" sz="2400" i="1" dirty="0" err="1"/>
              <a:t>porcaria</a:t>
            </a:r>
            <a:r>
              <a:rPr lang="en-US" sz="2400" dirty="0"/>
              <a:t>”</a:t>
            </a:r>
            <a:endParaRPr lang="pt-BR" sz="2400" dirty="0"/>
          </a:p>
        </p:txBody>
      </p:sp>
      <p:pic>
        <p:nvPicPr>
          <p:cNvPr id="1028" name="Picture 4" descr="Dislike - Free social media icons">
            <a:extLst>
              <a:ext uri="{FF2B5EF4-FFF2-40B4-BE49-F238E27FC236}">
                <a16:creationId xmlns:a16="http://schemas.microsoft.com/office/drawing/2014/main" id="{2969BD6E-B071-1AF1-8F5E-A5F9AA276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123" y="6080599"/>
            <a:ext cx="634123" cy="634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ike PNG transparent image download, size: 640x684px">
            <a:extLst>
              <a:ext uri="{FF2B5EF4-FFF2-40B4-BE49-F238E27FC236}">
                <a16:creationId xmlns:a16="http://schemas.microsoft.com/office/drawing/2014/main" id="{24B299DC-C1DC-DC20-02C6-46BB7DBE4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7489" y="2517524"/>
            <a:ext cx="533401" cy="57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0B0533-DB78-1FAC-CFAA-32305FAC0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4367" y="3201384"/>
            <a:ext cx="1945692" cy="27188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635C5D-4695-1AAE-B715-27A67C029458}"/>
              </a:ext>
            </a:extLst>
          </p:cNvPr>
          <p:cNvSpPr txBox="1"/>
          <p:nvPr/>
        </p:nvSpPr>
        <p:spPr>
          <a:xfrm>
            <a:off x="5694246" y="2374548"/>
            <a:ext cx="5518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“</a:t>
            </a:r>
            <a:r>
              <a:rPr lang="pt-BR" sz="2400" i="1" dirty="0"/>
              <a:t>Eu esperava que fosse uma porcaria, mas é uma bela forma de passar o tempo</a:t>
            </a:r>
            <a:r>
              <a:rPr lang="en-US" sz="2400" dirty="0"/>
              <a:t>”</a:t>
            </a:r>
            <a:endParaRPr lang="pt-B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CB686-7A86-476C-193F-4FF3674A8D54}"/>
              </a:ext>
            </a:extLst>
          </p:cNvPr>
          <p:cNvSpPr txBox="1"/>
          <p:nvPr/>
        </p:nvSpPr>
        <p:spPr>
          <a:xfrm>
            <a:off x="4376607" y="3721757"/>
            <a:ext cx="3014839" cy="64633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Repare que a ordenação das palavras faz toda a diferença!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494914-545C-2714-9E35-44DABEEE4CB5}"/>
              </a:ext>
            </a:extLst>
          </p:cNvPr>
          <p:cNvGrpSpPr/>
          <p:nvPr/>
        </p:nvGrpSpPr>
        <p:grpSpPr>
          <a:xfrm>
            <a:off x="7448135" y="164232"/>
            <a:ext cx="4242755" cy="1727348"/>
            <a:chOff x="2227056" y="2007890"/>
            <a:chExt cx="7131177" cy="268281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82B6891-AB36-8B13-ACB0-9CA3A87C3FD1}"/>
                </a:ext>
              </a:extLst>
            </p:cNvPr>
            <p:cNvGrpSpPr/>
            <p:nvPr/>
          </p:nvGrpSpPr>
          <p:grpSpPr>
            <a:xfrm>
              <a:off x="2227056" y="2968874"/>
              <a:ext cx="1390302" cy="1720587"/>
              <a:chOff x="8610600" y="3540312"/>
              <a:chExt cx="1390302" cy="17205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Elipse 23">
                    <a:extLst>
                      <a:ext uri="{FF2B5EF4-FFF2-40B4-BE49-F238E27FC236}">
                        <a16:creationId xmlns:a16="http://schemas.microsoft.com/office/drawing/2014/main" id="{EBDCA4E6-800C-9348-60AA-1BA99892F6FA}"/>
                      </a:ext>
                    </a:extLst>
                  </p:cNvPr>
                  <p:cNvSpPr/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solidFill>
                    <a:srgbClr val="AFEBF7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32" name="Elipse 23">
                    <a:extLst>
                      <a:ext uri="{FF2B5EF4-FFF2-40B4-BE49-F238E27FC236}">
                        <a16:creationId xmlns:a16="http://schemas.microsoft.com/office/drawing/2014/main" id="{EBDCA4E6-800C-9348-60AA-1BA99892F6F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744FC7A8-C539-5D7B-AE8F-9F39F2D21700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ECAD143D-661B-9E4F-1BE1-EF1A73C6C44E}"/>
                  </a:ext>
                </a:extLst>
              </p:cNvPr>
              <p:cNvCxnSpPr>
                <a:cxnSpLocks/>
                <a:stCxn id="32" idx="0"/>
                <a:endCxn id="33" idx="2"/>
              </p:cNvCxnSpPr>
              <p:nvPr/>
            </p:nvCxnSpPr>
            <p:spPr>
              <a:xfrm flipH="1" flipV="1">
                <a:off x="9305751" y="4298672"/>
                <a:ext cx="1" cy="42981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B6BE356-A53A-D77F-002A-A85AC5628034}"/>
                </a:ext>
              </a:extLst>
            </p:cNvPr>
            <p:cNvGrpSpPr/>
            <p:nvPr/>
          </p:nvGrpSpPr>
          <p:grpSpPr>
            <a:xfrm>
              <a:off x="4140681" y="2968874"/>
              <a:ext cx="1390302" cy="1720587"/>
              <a:chOff x="8610600" y="3540312"/>
              <a:chExt cx="1390302" cy="17205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Elipse 23">
                    <a:extLst>
                      <a:ext uri="{FF2B5EF4-FFF2-40B4-BE49-F238E27FC236}">
                        <a16:creationId xmlns:a16="http://schemas.microsoft.com/office/drawing/2014/main" id="{D757B842-E0C9-FF6C-9DAD-00A0896C94FC}"/>
                      </a:ext>
                    </a:extLst>
                  </p:cNvPr>
                  <p:cNvSpPr/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solidFill>
                    <a:srgbClr val="AFEBF7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29" name="Elipse 23">
                    <a:extLst>
                      <a:ext uri="{FF2B5EF4-FFF2-40B4-BE49-F238E27FC236}">
                        <a16:creationId xmlns:a16="http://schemas.microsoft.com/office/drawing/2014/main" id="{D757B842-E0C9-FF6C-9DAD-00A0896C94F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5A777AC5-A2F5-EB04-8060-C55153A5A3DB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7D972EFF-D9AC-4508-A98B-8FD5DF2DE13B}"/>
                  </a:ext>
                </a:extLst>
              </p:cNvPr>
              <p:cNvCxnSpPr>
                <a:cxnSpLocks/>
                <a:stCxn id="29" idx="0"/>
                <a:endCxn id="30" idx="2"/>
              </p:cNvCxnSpPr>
              <p:nvPr/>
            </p:nvCxnSpPr>
            <p:spPr>
              <a:xfrm flipH="1" flipV="1">
                <a:off x="9305751" y="4298672"/>
                <a:ext cx="1" cy="42981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DF54A67-B8B5-E753-3E6D-53E66C33D8A0}"/>
                </a:ext>
              </a:extLst>
            </p:cNvPr>
            <p:cNvGrpSpPr/>
            <p:nvPr/>
          </p:nvGrpSpPr>
          <p:grpSpPr>
            <a:xfrm>
              <a:off x="6054306" y="2968874"/>
              <a:ext cx="1390302" cy="1720587"/>
              <a:chOff x="8610600" y="3540312"/>
              <a:chExt cx="1390302" cy="17205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Elipse 23">
                    <a:extLst>
                      <a:ext uri="{FF2B5EF4-FFF2-40B4-BE49-F238E27FC236}">
                        <a16:creationId xmlns:a16="http://schemas.microsoft.com/office/drawing/2014/main" id="{B522A6D9-2284-8CEA-CBAC-3EEFECE2EC90}"/>
                      </a:ext>
                    </a:extLst>
                  </p:cNvPr>
                  <p:cNvSpPr/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solidFill>
                    <a:srgbClr val="AFEBF7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26" name="Elipse 23">
                    <a:extLst>
                      <a:ext uri="{FF2B5EF4-FFF2-40B4-BE49-F238E27FC236}">
                        <a16:creationId xmlns:a16="http://schemas.microsoft.com/office/drawing/2014/main" id="{B522A6D9-2284-8CEA-CBAC-3EEFECE2EC9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2CBA2155-5AF4-E7EA-4BCC-8C8835EF59B8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617315A8-F9D1-6D3F-640B-89A2EB5DCD85}"/>
                  </a:ext>
                </a:extLst>
              </p:cNvPr>
              <p:cNvCxnSpPr>
                <a:cxnSpLocks/>
                <a:stCxn id="26" idx="0"/>
                <a:endCxn id="27" idx="2"/>
              </p:cNvCxnSpPr>
              <p:nvPr/>
            </p:nvCxnSpPr>
            <p:spPr>
              <a:xfrm flipH="1" flipV="1">
                <a:off x="9305751" y="4298672"/>
                <a:ext cx="1" cy="42981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B7AAB48-18D1-4C9D-935A-F66493E241B8}"/>
                </a:ext>
              </a:extLst>
            </p:cNvPr>
            <p:cNvGrpSpPr/>
            <p:nvPr/>
          </p:nvGrpSpPr>
          <p:grpSpPr>
            <a:xfrm>
              <a:off x="7967931" y="2007890"/>
              <a:ext cx="1390302" cy="2682813"/>
              <a:chOff x="8610600" y="2578086"/>
              <a:chExt cx="1390302" cy="268281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Elipse 23">
                    <a:extLst>
                      <a:ext uri="{FF2B5EF4-FFF2-40B4-BE49-F238E27FC236}">
                        <a16:creationId xmlns:a16="http://schemas.microsoft.com/office/drawing/2014/main" id="{9AF1061B-9F4A-4499-DC4C-1C099B2B5D2C}"/>
                      </a:ext>
                    </a:extLst>
                  </p:cNvPr>
                  <p:cNvSpPr/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solidFill>
                    <a:srgbClr val="AFEBF7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21" name="Elipse 23">
                    <a:extLst>
                      <a:ext uri="{FF2B5EF4-FFF2-40B4-BE49-F238E27FC236}">
                        <a16:creationId xmlns:a16="http://schemas.microsoft.com/office/drawing/2014/main" id="{9AF1061B-9F4A-4499-DC4C-1C099B2B5D2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39ACCE84-8739-DAF1-F9E6-BE859D4898C9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Elipse 23">
                    <a:extLst>
                      <a:ext uri="{FF2B5EF4-FFF2-40B4-BE49-F238E27FC236}">
                        <a16:creationId xmlns:a16="http://schemas.microsoft.com/office/drawing/2014/main" id="{375E0984-5E28-D239-8C90-68EF75E54B64}"/>
                      </a:ext>
                    </a:extLst>
                  </p:cNvPr>
                  <p:cNvSpPr/>
                  <p:nvPr/>
                </p:nvSpPr>
                <p:spPr>
                  <a:xfrm>
                    <a:off x="9039546" y="2578086"/>
                    <a:ext cx="532411" cy="532411"/>
                  </a:xfrm>
                  <a:prstGeom prst="ellipse">
                    <a:avLst/>
                  </a:prstGeom>
                  <a:solidFill>
                    <a:srgbClr val="FFB9FF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23" name="Elipse 23">
                    <a:extLst>
                      <a:ext uri="{FF2B5EF4-FFF2-40B4-BE49-F238E27FC236}">
                        <a16:creationId xmlns:a16="http://schemas.microsoft.com/office/drawing/2014/main" id="{375E0984-5E28-D239-8C90-68EF75E54B6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2578086"/>
                    <a:ext cx="532411" cy="532411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 l="-3846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3893D073-18A2-A382-8FD3-8161460950DA}"/>
                  </a:ext>
                </a:extLst>
              </p:cNvPr>
              <p:cNvCxnSpPr>
                <a:cxnSpLocks/>
                <a:stCxn id="21" idx="0"/>
                <a:endCxn id="22" idx="2"/>
              </p:cNvCxnSpPr>
              <p:nvPr/>
            </p:nvCxnSpPr>
            <p:spPr>
              <a:xfrm flipH="1" flipV="1">
                <a:off x="9305751" y="4298672"/>
                <a:ext cx="1" cy="42981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42F43269-022F-0112-7943-D4A9F6649CBC}"/>
                  </a:ext>
                </a:extLst>
              </p:cNvPr>
              <p:cNvCxnSpPr>
                <a:cxnSpLocks/>
                <a:stCxn id="22" idx="0"/>
                <a:endCxn id="23" idx="4"/>
              </p:cNvCxnSpPr>
              <p:nvPr/>
            </p:nvCxnSpPr>
            <p:spPr>
              <a:xfrm flipV="1">
                <a:off x="9305751" y="3110497"/>
                <a:ext cx="1" cy="42981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10472AE-2974-9F03-121F-6642C16E1F36}"/>
                </a:ext>
              </a:extLst>
            </p:cNvPr>
            <p:cNvCxnSpPr>
              <a:cxnSpLocks/>
              <a:stCxn id="33" idx="3"/>
              <a:endCxn id="30" idx="1"/>
            </p:cNvCxnSpPr>
            <p:nvPr/>
          </p:nvCxnSpPr>
          <p:spPr>
            <a:xfrm>
              <a:off x="3617358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E646B68-5FB6-E70F-E232-E3D8DA558111}"/>
                </a:ext>
              </a:extLst>
            </p:cNvPr>
            <p:cNvCxnSpPr>
              <a:cxnSpLocks/>
              <a:stCxn id="30" idx="3"/>
              <a:endCxn id="27" idx="1"/>
            </p:cNvCxnSpPr>
            <p:nvPr/>
          </p:nvCxnSpPr>
          <p:spPr>
            <a:xfrm>
              <a:off x="5530983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BFD1061-9AAA-9FEC-D0A7-496C20075561}"/>
                </a:ext>
              </a:extLst>
            </p:cNvPr>
            <p:cNvCxnSpPr>
              <a:cxnSpLocks/>
              <a:stCxn id="27" idx="3"/>
              <a:endCxn id="22" idx="1"/>
            </p:cNvCxnSpPr>
            <p:nvPr/>
          </p:nvCxnSpPr>
          <p:spPr>
            <a:xfrm>
              <a:off x="7444608" y="3348054"/>
              <a:ext cx="523323" cy="12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BCC2E30-6C87-87A7-14D3-C17977056F21}"/>
                    </a:ext>
                  </a:extLst>
                </p:cNvPr>
                <p:cNvSpPr txBox="1"/>
                <p:nvPr/>
              </p:nvSpPr>
              <p:spPr>
                <a:xfrm>
                  <a:off x="3550436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BCC2E30-6C87-87A7-14D3-C17977056F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436" y="2886389"/>
                  <a:ext cx="485339" cy="396778"/>
                </a:xfrm>
                <a:prstGeom prst="rect">
                  <a:avLst/>
                </a:prstGeom>
                <a:blipFill>
                  <a:blip r:embed="rId11"/>
                  <a:stretch>
                    <a:fillRect r="-6383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6BF4AD2-C5A4-43C5-6279-939C3926FB7E}"/>
                    </a:ext>
                  </a:extLst>
                </p:cNvPr>
                <p:cNvSpPr txBox="1"/>
                <p:nvPr/>
              </p:nvSpPr>
              <p:spPr>
                <a:xfrm>
                  <a:off x="5487670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6BF4AD2-C5A4-43C5-6279-939C3926FB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7670" y="2886389"/>
                  <a:ext cx="485339" cy="396778"/>
                </a:xfrm>
                <a:prstGeom prst="rect">
                  <a:avLst/>
                </a:prstGeom>
                <a:blipFill>
                  <a:blip r:embed="rId12"/>
                  <a:stretch>
                    <a:fillRect r="-4255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5766425-9C79-1B99-7CA3-E4D199F0A7B2}"/>
                    </a:ext>
                  </a:extLst>
                </p:cNvPr>
                <p:cNvSpPr txBox="1"/>
                <p:nvPr/>
              </p:nvSpPr>
              <p:spPr>
                <a:xfrm>
                  <a:off x="7377686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5766425-9C79-1B99-7CA3-E4D199F0A7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7686" y="2886389"/>
                  <a:ext cx="485339" cy="396778"/>
                </a:xfrm>
                <a:prstGeom prst="rect">
                  <a:avLst/>
                </a:prstGeom>
                <a:blipFill>
                  <a:blip r:embed="rId13"/>
                  <a:stretch>
                    <a:fillRect r="-4167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9917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3CEE-FB80-413C-43AD-166D13896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Sequências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ADBAB-9217-8231-E2A8-E38DE68CA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Image Captioning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081AA-583E-4140-1CA7-86B5E83DE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</a:t>
            </a:fld>
            <a:endParaRPr lang="pt-BR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64D4629-2FA7-EFAB-400B-E462BB79B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26847"/>
            <a:ext cx="5488858" cy="288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A2F6C5-2655-AE46-2599-55EF2094C4EB}"/>
              </a:ext>
            </a:extLst>
          </p:cNvPr>
          <p:cNvSpPr txBox="1"/>
          <p:nvPr/>
        </p:nvSpPr>
        <p:spPr>
          <a:xfrm>
            <a:off x="725431" y="5297160"/>
            <a:ext cx="551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“Um gato sentado na estrada</a:t>
            </a:r>
            <a:r>
              <a:rPr lang="en-US" dirty="0"/>
              <a:t>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2535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3CEE-FB80-413C-43AD-166D13896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Sequências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ADBAB-9217-8231-E2A8-E38DE68CA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Image Captioning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081AA-583E-4140-1CA7-86B5E83DE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7</a:t>
            </a:fld>
            <a:endParaRPr lang="pt-BR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64D4629-2FA7-EFAB-400B-E462BB79B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26847"/>
            <a:ext cx="5488858" cy="288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A2F6C5-2655-AE46-2599-55EF2094C4EB}"/>
              </a:ext>
            </a:extLst>
          </p:cNvPr>
          <p:cNvSpPr txBox="1"/>
          <p:nvPr/>
        </p:nvSpPr>
        <p:spPr>
          <a:xfrm>
            <a:off x="725431" y="5297160"/>
            <a:ext cx="551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“Um gato sentado na estrada</a:t>
            </a:r>
            <a:r>
              <a:rPr lang="en-US" dirty="0"/>
              <a:t>”</a:t>
            </a:r>
            <a:endParaRPr lang="pt-BR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F48C80E-996B-A77B-A178-9C958638868C}"/>
              </a:ext>
            </a:extLst>
          </p:cNvPr>
          <p:cNvGrpSpPr/>
          <p:nvPr/>
        </p:nvGrpSpPr>
        <p:grpSpPr>
          <a:xfrm>
            <a:off x="7448135" y="164232"/>
            <a:ext cx="4242755" cy="1726548"/>
            <a:chOff x="2227056" y="2007890"/>
            <a:chExt cx="7131177" cy="268157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1563C40-3FEF-6832-8783-E28A4AEACFD2}"/>
                </a:ext>
              </a:extLst>
            </p:cNvPr>
            <p:cNvGrpSpPr/>
            <p:nvPr/>
          </p:nvGrpSpPr>
          <p:grpSpPr>
            <a:xfrm>
              <a:off x="2227056" y="2968874"/>
              <a:ext cx="1390302" cy="1720587"/>
              <a:chOff x="8610600" y="3540312"/>
              <a:chExt cx="1390302" cy="17205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Elipse 23">
                    <a:extLst>
                      <a:ext uri="{FF2B5EF4-FFF2-40B4-BE49-F238E27FC236}">
                        <a16:creationId xmlns:a16="http://schemas.microsoft.com/office/drawing/2014/main" id="{C9DA778D-3D92-4B73-9195-7B1AE5B5B4A5}"/>
                      </a:ext>
                    </a:extLst>
                  </p:cNvPr>
                  <p:cNvSpPr/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solidFill>
                    <a:srgbClr val="AFEBF7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28" name="Elipse 23">
                    <a:extLst>
                      <a:ext uri="{FF2B5EF4-FFF2-40B4-BE49-F238E27FC236}">
                        <a16:creationId xmlns:a16="http://schemas.microsoft.com/office/drawing/2014/main" id="{C9DA778D-3D92-4B73-9195-7B1AE5B5B4A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56D48E3C-1F12-5FD7-8E31-1182A8506BC7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53754464-EB73-9B35-93D9-801E04753778}"/>
                  </a:ext>
                </a:extLst>
              </p:cNvPr>
              <p:cNvCxnSpPr>
                <a:cxnSpLocks/>
                <a:stCxn id="28" idx="0"/>
                <a:endCxn id="29" idx="2"/>
              </p:cNvCxnSpPr>
              <p:nvPr/>
            </p:nvCxnSpPr>
            <p:spPr>
              <a:xfrm flipH="1" flipV="1">
                <a:off x="9305751" y="4298672"/>
                <a:ext cx="1" cy="42981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48C572A-813A-3702-35E1-0C841B32D9E1}"/>
                </a:ext>
              </a:extLst>
            </p:cNvPr>
            <p:cNvSpPr/>
            <p:nvPr/>
          </p:nvSpPr>
          <p:spPr>
            <a:xfrm>
              <a:off x="4140682" y="2968874"/>
              <a:ext cx="1390302" cy="75835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9F3DEFD4-1EF4-D3A7-87BD-C34D931EF9E9}"/>
                </a:ext>
              </a:extLst>
            </p:cNvPr>
            <p:cNvSpPr/>
            <p:nvPr/>
          </p:nvSpPr>
          <p:spPr>
            <a:xfrm>
              <a:off x="6054306" y="2968874"/>
              <a:ext cx="1390302" cy="75835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46D3822-70FC-86BF-5270-0A41EDC8C26B}"/>
                </a:ext>
              </a:extLst>
            </p:cNvPr>
            <p:cNvGrpSpPr/>
            <p:nvPr/>
          </p:nvGrpSpPr>
          <p:grpSpPr>
            <a:xfrm>
              <a:off x="7967931" y="2007890"/>
              <a:ext cx="1390302" cy="1720586"/>
              <a:chOff x="8610600" y="2578086"/>
              <a:chExt cx="1390302" cy="1720586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7A36A166-96DA-496D-0A3F-D14D9C0454FD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Elipse 23">
                    <a:extLst>
                      <a:ext uri="{FF2B5EF4-FFF2-40B4-BE49-F238E27FC236}">
                        <a16:creationId xmlns:a16="http://schemas.microsoft.com/office/drawing/2014/main" id="{B41CB7D2-13E2-4C92-3488-42992134AA1B}"/>
                      </a:ext>
                    </a:extLst>
                  </p:cNvPr>
                  <p:cNvSpPr/>
                  <p:nvPr/>
                </p:nvSpPr>
                <p:spPr>
                  <a:xfrm>
                    <a:off x="9039546" y="2578086"/>
                    <a:ext cx="532411" cy="532411"/>
                  </a:xfrm>
                  <a:prstGeom prst="ellipse">
                    <a:avLst/>
                  </a:prstGeom>
                  <a:solidFill>
                    <a:srgbClr val="FFB9FF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19" name="Elipse 23">
                    <a:extLst>
                      <a:ext uri="{FF2B5EF4-FFF2-40B4-BE49-F238E27FC236}">
                        <a16:creationId xmlns:a16="http://schemas.microsoft.com/office/drawing/2014/main" id="{B41CB7D2-13E2-4C92-3488-42992134AA1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2578086"/>
                    <a:ext cx="532411" cy="532411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 l="-3846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21183B03-F436-C3BF-849B-868EFFF4A1E5}"/>
                  </a:ext>
                </a:extLst>
              </p:cNvPr>
              <p:cNvCxnSpPr>
                <a:cxnSpLocks/>
                <a:stCxn id="18" idx="0"/>
                <a:endCxn id="19" idx="4"/>
              </p:cNvCxnSpPr>
              <p:nvPr/>
            </p:nvCxnSpPr>
            <p:spPr>
              <a:xfrm flipV="1">
                <a:off x="9305751" y="3110497"/>
                <a:ext cx="1" cy="42981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48CC251-39AE-062D-D545-68A9C6081095}"/>
                </a:ext>
              </a:extLst>
            </p:cNvPr>
            <p:cNvCxnSpPr>
              <a:cxnSpLocks/>
              <a:stCxn id="29" idx="3"/>
              <a:endCxn id="26" idx="1"/>
            </p:cNvCxnSpPr>
            <p:nvPr/>
          </p:nvCxnSpPr>
          <p:spPr>
            <a:xfrm>
              <a:off x="3617358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99C1EFA-DB5D-70D7-1D83-316CAD8CCB2D}"/>
                </a:ext>
              </a:extLst>
            </p:cNvPr>
            <p:cNvCxnSpPr>
              <a:cxnSpLocks/>
              <a:stCxn id="26" idx="3"/>
              <a:endCxn id="23" idx="1"/>
            </p:cNvCxnSpPr>
            <p:nvPr/>
          </p:nvCxnSpPr>
          <p:spPr>
            <a:xfrm>
              <a:off x="5530983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27D6C04-0B12-C1BD-E544-0B109A18866C}"/>
                </a:ext>
              </a:extLst>
            </p:cNvPr>
            <p:cNvCxnSpPr>
              <a:cxnSpLocks/>
              <a:stCxn id="23" idx="3"/>
              <a:endCxn id="18" idx="1"/>
            </p:cNvCxnSpPr>
            <p:nvPr/>
          </p:nvCxnSpPr>
          <p:spPr>
            <a:xfrm>
              <a:off x="7444608" y="3348054"/>
              <a:ext cx="523323" cy="12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B9F2F3F-7A54-3A9A-E23B-A54710318972}"/>
                    </a:ext>
                  </a:extLst>
                </p:cNvPr>
                <p:cNvSpPr txBox="1"/>
                <p:nvPr/>
              </p:nvSpPr>
              <p:spPr>
                <a:xfrm>
                  <a:off x="3550436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B9F2F3F-7A54-3A9A-E23B-A547103189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436" y="2886389"/>
                  <a:ext cx="485339" cy="396778"/>
                </a:xfrm>
                <a:prstGeom prst="rect">
                  <a:avLst/>
                </a:prstGeom>
                <a:blipFill>
                  <a:blip r:embed="rId5"/>
                  <a:stretch>
                    <a:fillRect r="-6383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0698AD8-807A-D7C2-7D08-BBAD706D12FF}"/>
                    </a:ext>
                  </a:extLst>
                </p:cNvPr>
                <p:cNvSpPr txBox="1"/>
                <p:nvPr/>
              </p:nvSpPr>
              <p:spPr>
                <a:xfrm>
                  <a:off x="5487670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0698AD8-807A-D7C2-7D08-BBAD706D12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7670" y="2886389"/>
                  <a:ext cx="485339" cy="396778"/>
                </a:xfrm>
                <a:prstGeom prst="rect">
                  <a:avLst/>
                </a:prstGeom>
                <a:blipFill>
                  <a:blip r:embed="rId6"/>
                  <a:stretch>
                    <a:fillRect r="-4255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AA0799C-13D9-6AAA-E0B9-743AC572DEB1}"/>
                    </a:ext>
                  </a:extLst>
                </p:cNvPr>
                <p:cNvSpPr txBox="1"/>
                <p:nvPr/>
              </p:nvSpPr>
              <p:spPr>
                <a:xfrm>
                  <a:off x="7377686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AA0799C-13D9-6AAA-E0B9-743AC572D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7686" y="2886389"/>
                  <a:ext cx="485339" cy="396778"/>
                </a:xfrm>
                <a:prstGeom prst="rect">
                  <a:avLst/>
                </a:prstGeom>
                <a:blipFill>
                  <a:blip r:embed="rId7"/>
                  <a:stretch>
                    <a:fillRect r="-4167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Elipse 23">
                <a:extLst>
                  <a:ext uri="{FF2B5EF4-FFF2-40B4-BE49-F238E27FC236}">
                    <a16:creationId xmlns:a16="http://schemas.microsoft.com/office/drawing/2014/main" id="{2432B568-DCF9-4E1D-411C-72C0D584F39A}"/>
                  </a:ext>
                </a:extLst>
              </p:cNvPr>
              <p:cNvSpPr/>
              <p:nvPr/>
            </p:nvSpPr>
            <p:spPr>
              <a:xfrm>
                <a:off x="9980395" y="161633"/>
                <a:ext cx="316762" cy="342797"/>
              </a:xfrm>
              <a:prstGeom prst="ellipse">
                <a:avLst/>
              </a:prstGeom>
              <a:solidFill>
                <a:srgbClr val="FFB9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31" name="Elipse 23">
                <a:extLst>
                  <a:ext uri="{FF2B5EF4-FFF2-40B4-BE49-F238E27FC236}">
                    <a16:creationId xmlns:a16="http://schemas.microsoft.com/office/drawing/2014/main" id="{2432B568-DCF9-4E1D-411C-72C0D584F3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0395" y="161633"/>
                <a:ext cx="316762" cy="342797"/>
              </a:xfrm>
              <a:prstGeom prst="ellipse">
                <a:avLst/>
              </a:prstGeom>
              <a:blipFill>
                <a:blip r:embed="rId8"/>
                <a:stretch>
                  <a:fillRect l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CD842F7-453B-9F97-0729-F54A160BDAC7}"/>
              </a:ext>
            </a:extLst>
          </p:cNvPr>
          <p:cNvCxnSpPr>
            <a:cxnSpLocks/>
            <a:endCxn id="31" idx="4"/>
          </p:cNvCxnSpPr>
          <p:nvPr/>
        </p:nvCxnSpPr>
        <p:spPr>
          <a:xfrm flipV="1">
            <a:off x="10138776" y="504430"/>
            <a:ext cx="1" cy="2767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Elipse 23">
                <a:extLst>
                  <a:ext uri="{FF2B5EF4-FFF2-40B4-BE49-F238E27FC236}">
                    <a16:creationId xmlns:a16="http://schemas.microsoft.com/office/drawing/2014/main" id="{F4C3C72A-F5C7-2B56-BC3D-28B21665771E}"/>
                  </a:ext>
                </a:extLst>
              </p:cNvPr>
              <p:cNvSpPr/>
              <p:nvPr/>
            </p:nvSpPr>
            <p:spPr>
              <a:xfrm>
                <a:off x="8811822" y="163432"/>
                <a:ext cx="316762" cy="342797"/>
              </a:xfrm>
              <a:prstGeom prst="ellipse">
                <a:avLst/>
              </a:prstGeom>
              <a:solidFill>
                <a:srgbClr val="FFB9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33" name="Elipse 23">
                <a:extLst>
                  <a:ext uri="{FF2B5EF4-FFF2-40B4-BE49-F238E27FC236}">
                    <a16:creationId xmlns:a16="http://schemas.microsoft.com/office/drawing/2014/main" id="{F4C3C72A-F5C7-2B56-BC3D-28B2166577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1822" y="163432"/>
                <a:ext cx="316762" cy="342797"/>
              </a:xfrm>
              <a:prstGeom prst="ellipse">
                <a:avLst/>
              </a:prstGeom>
              <a:blipFill>
                <a:blip r:embed="rId9"/>
                <a:stretch>
                  <a:fillRect l="-39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E6BD4A1-6FB7-4D3F-C7CA-2A3E4FBC2ED4}"/>
              </a:ext>
            </a:extLst>
          </p:cNvPr>
          <p:cNvCxnSpPr>
            <a:cxnSpLocks/>
            <a:endCxn id="33" idx="4"/>
          </p:cNvCxnSpPr>
          <p:nvPr/>
        </p:nvCxnSpPr>
        <p:spPr>
          <a:xfrm flipV="1">
            <a:off x="8970203" y="506229"/>
            <a:ext cx="1" cy="2767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299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7170C-7BFA-5853-2CAB-C897396B6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Sequências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363D1-3932-24CA-815F-DDAA21578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Machine Translation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3A85F-37AA-904B-B79A-B329E97DC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8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3765DB-3CA5-A242-7FC3-2558CB841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13" y="2943820"/>
            <a:ext cx="6570295" cy="217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66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7170C-7BFA-5853-2CAB-C897396B6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Sequências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363D1-3932-24CA-815F-DDAA21578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Machine Translation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3A85F-37AA-904B-B79A-B329E97DC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9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3765DB-3CA5-A242-7FC3-2558CB841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13" y="2943820"/>
            <a:ext cx="6570295" cy="217878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70EA76C-28C0-673D-14B5-8A1772B56733}"/>
              </a:ext>
            </a:extLst>
          </p:cNvPr>
          <p:cNvGrpSpPr/>
          <p:nvPr/>
        </p:nvGrpSpPr>
        <p:grpSpPr>
          <a:xfrm>
            <a:off x="7448135" y="164232"/>
            <a:ext cx="4242755" cy="1726548"/>
            <a:chOff x="2227056" y="2007890"/>
            <a:chExt cx="7131177" cy="268157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FE4E6B0-40DA-68BE-0224-6626FD9C387E}"/>
                </a:ext>
              </a:extLst>
            </p:cNvPr>
            <p:cNvGrpSpPr/>
            <p:nvPr/>
          </p:nvGrpSpPr>
          <p:grpSpPr>
            <a:xfrm>
              <a:off x="2227056" y="2968874"/>
              <a:ext cx="1390302" cy="1720587"/>
              <a:chOff x="8610600" y="3540312"/>
              <a:chExt cx="1390302" cy="17205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Elipse 23">
                    <a:extLst>
                      <a:ext uri="{FF2B5EF4-FFF2-40B4-BE49-F238E27FC236}">
                        <a16:creationId xmlns:a16="http://schemas.microsoft.com/office/drawing/2014/main" id="{88C6DBA2-8880-38E1-1C9F-B7047CA836B7}"/>
                      </a:ext>
                    </a:extLst>
                  </p:cNvPr>
                  <p:cNvSpPr/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solidFill>
                    <a:srgbClr val="AFEBF7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20" name="Elipse 23">
                    <a:extLst>
                      <a:ext uri="{FF2B5EF4-FFF2-40B4-BE49-F238E27FC236}">
                        <a16:creationId xmlns:a16="http://schemas.microsoft.com/office/drawing/2014/main" id="{88C6DBA2-8880-38E1-1C9F-B7047CA836B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58B17A33-F8FE-3D33-2B15-641B9E3F79C6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4DA2DDD5-A172-11BF-1CA1-AD952EA77E96}"/>
                  </a:ext>
                </a:extLst>
              </p:cNvPr>
              <p:cNvCxnSpPr>
                <a:cxnSpLocks/>
                <a:stCxn id="20" idx="0"/>
                <a:endCxn id="21" idx="2"/>
              </p:cNvCxnSpPr>
              <p:nvPr/>
            </p:nvCxnSpPr>
            <p:spPr>
              <a:xfrm flipH="1" flipV="1">
                <a:off x="9305751" y="4298672"/>
                <a:ext cx="1" cy="42981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1114E94-B6FC-61B0-F223-676AEF3A3364}"/>
                </a:ext>
              </a:extLst>
            </p:cNvPr>
            <p:cNvSpPr/>
            <p:nvPr/>
          </p:nvSpPr>
          <p:spPr>
            <a:xfrm>
              <a:off x="4140682" y="2968874"/>
              <a:ext cx="1390302" cy="75835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58367D3-F20B-7D60-4884-C9A663DC6EC1}"/>
                </a:ext>
              </a:extLst>
            </p:cNvPr>
            <p:cNvSpPr/>
            <p:nvPr/>
          </p:nvSpPr>
          <p:spPr>
            <a:xfrm>
              <a:off x="6054306" y="2968874"/>
              <a:ext cx="1390302" cy="75835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1EEE84C-CCC3-C971-58DA-EB724EFC82EF}"/>
                </a:ext>
              </a:extLst>
            </p:cNvPr>
            <p:cNvGrpSpPr/>
            <p:nvPr/>
          </p:nvGrpSpPr>
          <p:grpSpPr>
            <a:xfrm>
              <a:off x="7967931" y="2007890"/>
              <a:ext cx="1390302" cy="1720586"/>
              <a:chOff x="8610600" y="2578086"/>
              <a:chExt cx="1390302" cy="1720586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ADE9C48-4CE8-E72A-BFA1-40FBBEDFA7C0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Elipse 23">
                    <a:extLst>
                      <a:ext uri="{FF2B5EF4-FFF2-40B4-BE49-F238E27FC236}">
                        <a16:creationId xmlns:a16="http://schemas.microsoft.com/office/drawing/2014/main" id="{6A427D0A-9979-80C2-0168-64326156B4B3}"/>
                      </a:ext>
                    </a:extLst>
                  </p:cNvPr>
                  <p:cNvSpPr/>
                  <p:nvPr/>
                </p:nvSpPr>
                <p:spPr>
                  <a:xfrm>
                    <a:off x="9039546" y="2578086"/>
                    <a:ext cx="532411" cy="532411"/>
                  </a:xfrm>
                  <a:prstGeom prst="ellipse">
                    <a:avLst/>
                  </a:prstGeom>
                  <a:solidFill>
                    <a:srgbClr val="FFB9FF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18" name="Elipse 23">
                    <a:extLst>
                      <a:ext uri="{FF2B5EF4-FFF2-40B4-BE49-F238E27FC236}">
                        <a16:creationId xmlns:a16="http://schemas.microsoft.com/office/drawing/2014/main" id="{6A427D0A-9979-80C2-0168-64326156B4B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2578086"/>
                    <a:ext cx="532411" cy="532411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 l="-3846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AF4BEC3-CA73-7101-6A17-A45999E2F66E}"/>
                  </a:ext>
                </a:extLst>
              </p:cNvPr>
              <p:cNvCxnSpPr>
                <a:cxnSpLocks/>
                <a:stCxn id="17" idx="0"/>
                <a:endCxn id="18" idx="4"/>
              </p:cNvCxnSpPr>
              <p:nvPr/>
            </p:nvCxnSpPr>
            <p:spPr>
              <a:xfrm flipV="1">
                <a:off x="9305751" y="3110497"/>
                <a:ext cx="1" cy="42981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337EFEE-41B0-E06F-FF52-5F5F8C9ECA42}"/>
                </a:ext>
              </a:extLst>
            </p:cNvPr>
            <p:cNvCxnSpPr>
              <a:cxnSpLocks/>
              <a:stCxn id="21" idx="3"/>
              <a:endCxn id="8" idx="1"/>
            </p:cNvCxnSpPr>
            <p:nvPr/>
          </p:nvCxnSpPr>
          <p:spPr>
            <a:xfrm>
              <a:off x="3617358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F80623C-8EDA-04BE-B390-02ED95267CBC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>
              <a:off x="5530983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78F6578-FACA-1DB5-0A28-68167E4D8809}"/>
                </a:ext>
              </a:extLst>
            </p:cNvPr>
            <p:cNvCxnSpPr>
              <a:cxnSpLocks/>
              <a:stCxn id="9" idx="3"/>
              <a:endCxn id="17" idx="1"/>
            </p:cNvCxnSpPr>
            <p:nvPr/>
          </p:nvCxnSpPr>
          <p:spPr>
            <a:xfrm>
              <a:off x="7444608" y="3348054"/>
              <a:ext cx="523323" cy="12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899BB5E-B9A0-74FC-3D32-46FFA5C26C99}"/>
                    </a:ext>
                  </a:extLst>
                </p:cNvPr>
                <p:cNvSpPr txBox="1"/>
                <p:nvPr/>
              </p:nvSpPr>
              <p:spPr>
                <a:xfrm>
                  <a:off x="3550436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899BB5E-B9A0-74FC-3D32-46FFA5C26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436" y="2886389"/>
                  <a:ext cx="485339" cy="396778"/>
                </a:xfrm>
                <a:prstGeom prst="rect">
                  <a:avLst/>
                </a:prstGeom>
                <a:blipFill>
                  <a:blip r:embed="rId5"/>
                  <a:stretch>
                    <a:fillRect r="-6383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EA722D1-C248-9E72-D8EE-5544A71D0FD8}"/>
                    </a:ext>
                  </a:extLst>
                </p:cNvPr>
                <p:cNvSpPr txBox="1"/>
                <p:nvPr/>
              </p:nvSpPr>
              <p:spPr>
                <a:xfrm>
                  <a:off x="5487670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EA722D1-C248-9E72-D8EE-5544A71D0F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7670" y="2886389"/>
                  <a:ext cx="485339" cy="396778"/>
                </a:xfrm>
                <a:prstGeom prst="rect">
                  <a:avLst/>
                </a:prstGeom>
                <a:blipFill>
                  <a:blip r:embed="rId6"/>
                  <a:stretch>
                    <a:fillRect r="-4255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204D752-7B18-6FA0-0076-63C3A972959F}"/>
                    </a:ext>
                  </a:extLst>
                </p:cNvPr>
                <p:cNvSpPr txBox="1"/>
                <p:nvPr/>
              </p:nvSpPr>
              <p:spPr>
                <a:xfrm>
                  <a:off x="7377686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204D752-7B18-6FA0-0076-63C3A97295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7686" y="2886389"/>
                  <a:ext cx="485339" cy="396778"/>
                </a:xfrm>
                <a:prstGeom prst="rect">
                  <a:avLst/>
                </a:prstGeom>
                <a:blipFill>
                  <a:blip r:embed="rId7"/>
                  <a:stretch>
                    <a:fillRect r="-4167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lipse 23">
                <a:extLst>
                  <a:ext uri="{FF2B5EF4-FFF2-40B4-BE49-F238E27FC236}">
                    <a16:creationId xmlns:a16="http://schemas.microsoft.com/office/drawing/2014/main" id="{10BE7F8B-DEFA-2C8B-7386-6C83A860B84B}"/>
                  </a:ext>
                </a:extLst>
              </p:cNvPr>
              <p:cNvSpPr/>
              <p:nvPr/>
            </p:nvSpPr>
            <p:spPr>
              <a:xfrm>
                <a:off x="9980395" y="161633"/>
                <a:ext cx="316762" cy="342797"/>
              </a:xfrm>
              <a:prstGeom prst="ellipse">
                <a:avLst/>
              </a:prstGeom>
              <a:solidFill>
                <a:srgbClr val="FFB9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23" name="Elipse 23">
                <a:extLst>
                  <a:ext uri="{FF2B5EF4-FFF2-40B4-BE49-F238E27FC236}">
                    <a16:creationId xmlns:a16="http://schemas.microsoft.com/office/drawing/2014/main" id="{10BE7F8B-DEFA-2C8B-7386-6C83A860B8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0395" y="161633"/>
                <a:ext cx="316762" cy="342797"/>
              </a:xfrm>
              <a:prstGeom prst="ellipse">
                <a:avLst/>
              </a:prstGeom>
              <a:blipFill>
                <a:blip r:embed="rId8"/>
                <a:stretch>
                  <a:fillRect l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A898872-3D31-743D-5970-7229A07A7B97}"/>
              </a:ext>
            </a:extLst>
          </p:cNvPr>
          <p:cNvCxnSpPr>
            <a:cxnSpLocks/>
            <a:endCxn id="23" idx="4"/>
          </p:cNvCxnSpPr>
          <p:nvPr/>
        </p:nvCxnSpPr>
        <p:spPr>
          <a:xfrm flipV="1">
            <a:off x="10138776" y="504430"/>
            <a:ext cx="1" cy="2767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Elipse 23">
                <a:extLst>
                  <a:ext uri="{FF2B5EF4-FFF2-40B4-BE49-F238E27FC236}">
                    <a16:creationId xmlns:a16="http://schemas.microsoft.com/office/drawing/2014/main" id="{1BB05342-06CB-0710-EA60-7D925D07C8AA}"/>
                  </a:ext>
                </a:extLst>
              </p:cNvPr>
              <p:cNvSpPr/>
              <p:nvPr/>
            </p:nvSpPr>
            <p:spPr>
              <a:xfrm>
                <a:off x="8811822" y="163432"/>
                <a:ext cx="316762" cy="342797"/>
              </a:xfrm>
              <a:prstGeom prst="ellipse">
                <a:avLst/>
              </a:prstGeom>
              <a:solidFill>
                <a:srgbClr val="FFB9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25" name="Elipse 23">
                <a:extLst>
                  <a:ext uri="{FF2B5EF4-FFF2-40B4-BE49-F238E27FC236}">
                    <a16:creationId xmlns:a16="http://schemas.microsoft.com/office/drawing/2014/main" id="{1BB05342-06CB-0710-EA60-7D925D07C8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1822" y="163432"/>
                <a:ext cx="316762" cy="342797"/>
              </a:xfrm>
              <a:prstGeom prst="ellipse">
                <a:avLst/>
              </a:prstGeom>
              <a:blipFill>
                <a:blip r:embed="rId9"/>
                <a:stretch>
                  <a:fillRect l="-39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59A9C8-9209-D3CA-A31F-38FE4906889A}"/>
              </a:ext>
            </a:extLst>
          </p:cNvPr>
          <p:cNvCxnSpPr>
            <a:cxnSpLocks/>
            <a:endCxn id="25" idx="4"/>
          </p:cNvCxnSpPr>
          <p:nvPr/>
        </p:nvCxnSpPr>
        <p:spPr>
          <a:xfrm flipV="1">
            <a:off x="8970203" y="506229"/>
            <a:ext cx="1" cy="2767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Elipse 23">
                <a:extLst>
                  <a:ext uri="{FF2B5EF4-FFF2-40B4-BE49-F238E27FC236}">
                    <a16:creationId xmlns:a16="http://schemas.microsoft.com/office/drawing/2014/main" id="{3B2877B8-8810-F2AA-839C-57087522C7B9}"/>
                  </a:ext>
                </a:extLst>
              </p:cNvPr>
              <p:cNvSpPr/>
              <p:nvPr/>
            </p:nvSpPr>
            <p:spPr>
              <a:xfrm>
                <a:off x="7703340" y="161633"/>
                <a:ext cx="316762" cy="342797"/>
              </a:xfrm>
              <a:prstGeom prst="ellipse">
                <a:avLst/>
              </a:prstGeom>
              <a:solidFill>
                <a:srgbClr val="FFB9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27" name="Elipse 23">
                <a:extLst>
                  <a:ext uri="{FF2B5EF4-FFF2-40B4-BE49-F238E27FC236}">
                    <a16:creationId xmlns:a16="http://schemas.microsoft.com/office/drawing/2014/main" id="{3B2877B8-8810-F2AA-839C-57087522C7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3340" y="161633"/>
                <a:ext cx="316762" cy="342797"/>
              </a:xfrm>
              <a:prstGeom prst="ellipse">
                <a:avLst/>
              </a:prstGeom>
              <a:blipFill>
                <a:blip r:embed="rId10"/>
                <a:stretch>
                  <a:fillRect l="-57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639348C-13F4-528D-642A-8B0DBF73DACA}"/>
              </a:ext>
            </a:extLst>
          </p:cNvPr>
          <p:cNvCxnSpPr>
            <a:cxnSpLocks/>
            <a:endCxn id="27" idx="4"/>
          </p:cNvCxnSpPr>
          <p:nvPr/>
        </p:nvCxnSpPr>
        <p:spPr>
          <a:xfrm flipV="1">
            <a:off x="7861721" y="504430"/>
            <a:ext cx="1" cy="2767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Elipse 23">
                <a:extLst>
                  <a:ext uri="{FF2B5EF4-FFF2-40B4-BE49-F238E27FC236}">
                    <a16:creationId xmlns:a16="http://schemas.microsoft.com/office/drawing/2014/main" id="{A8215DCD-A8FC-A888-E1FB-CC9290A7AAB1}"/>
                  </a:ext>
                </a:extLst>
              </p:cNvPr>
              <p:cNvSpPr/>
              <p:nvPr/>
            </p:nvSpPr>
            <p:spPr>
              <a:xfrm>
                <a:off x="7703340" y="1547983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29" name="Elipse 23">
                <a:extLst>
                  <a:ext uri="{FF2B5EF4-FFF2-40B4-BE49-F238E27FC236}">
                    <a16:creationId xmlns:a16="http://schemas.microsoft.com/office/drawing/2014/main" id="{A8215DCD-A8FC-A888-E1FB-CC9290A7AA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3340" y="1547983"/>
                <a:ext cx="316762" cy="342797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Elipse 23">
                <a:extLst>
                  <a:ext uri="{FF2B5EF4-FFF2-40B4-BE49-F238E27FC236}">
                    <a16:creationId xmlns:a16="http://schemas.microsoft.com/office/drawing/2014/main" id="{459B2B5D-973F-32C8-18BE-6607C2C9ACC2}"/>
                  </a:ext>
                </a:extLst>
              </p:cNvPr>
              <p:cNvSpPr/>
              <p:nvPr/>
            </p:nvSpPr>
            <p:spPr>
              <a:xfrm>
                <a:off x="8841868" y="1547983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30" name="Elipse 23">
                <a:extLst>
                  <a:ext uri="{FF2B5EF4-FFF2-40B4-BE49-F238E27FC236}">
                    <a16:creationId xmlns:a16="http://schemas.microsoft.com/office/drawing/2014/main" id="{459B2B5D-973F-32C8-18BE-6607C2C9AC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1868" y="1547983"/>
                <a:ext cx="316762" cy="342797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D1A106A-58FE-1857-8F04-8DECBC75CE9E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9000249" y="1271243"/>
            <a:ext cx="1" cy="276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Elipse 23">
                <a:extLst>
                  <a:ext uri="{FF2B5EF4-FFF2-40B4-BE49-F238E27FC236}">
                    <a16:creationId xmlns:a16="http://schemas.microsoft.com/office/drawing/2014/main" id="{6911CDE4-6A0B-9ACF-A73C-55BD53D68826}"/>
                  </a:ext>
                </a:extLst>
              </p:cNvPr>
              <p:cNvSpPr/>
              <p:nvPr/>
            </p:nvSpPr>
            <p:spPr>
              <a:xfrm>
                <a:off x="9980395" y="1547983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32" name="Elipse 23">
                <a:extLst>
                  <a:ext uri="{FF2B5EF4-FFF2-40B4-BE49-F238E27FC236}">
                    <a16:creationId xmlns:a16="http://schemas.microsoft.com/office/drawing/2014/main" id="{6911CDE4-6A0B-9ACF-A73C-55BD53D688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0395" y="1547983"/>
                <a:ext cx="316762" cy="342797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0D650E4-396A-CC95-1521-D532B0869936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10138776" y="1271243"/>
            <a:ext cx="1" cy="276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Elipse 23">
                <a:extLst>
                  <a:ext uri="{FF2B5EF4-FFF2-40B4-BE49-F238E27FC236}">
                    <a16:creationId xmlns:a16="http://schemas.microsoft.com/office/drawing/2014/main" id="{142AAA47-3C3B-3440-9DF5-AE25E50CEDF5}"/>
                  </a:ext>
                </a:extLst>
              </p:cNvPr>
              <p:cNvSpPr/>
              <p:nvPr/>
            </p:nvSpPr>
            <p:spPr>
              <a:xfrm>
                <a:off x="11118923" y="1548783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34" name="Elipse 23">
                <a:extLst>
                  <a:ext uri="{FF2B5EF4-FFF2-40B4-BE49-F238E27FC236}">
                    <a16:creationId xmlns:a16="http://schemas.microsoft.com/office/drawing/2014/main" id="{142AAA47-3C3B-3440-9DF5-AE25E50CED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8923" y="1548783"/>
                <a:ext cx="316762" cy="342797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F494CEF-56E4-0F97-C8A0-CCCC8B32265E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11277304" y="1272043"/>
            <a:ext cx="1" cy="276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16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553B7-0FEA-56A6-054C-32E9132AE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Mais desenhos estranhos e pouco intuitivos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B4746-D0BE-D6DC-8720-326442558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10</a:t>
            </a:fld>
            <a:endParaRPr lang="pt-BR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F118B49-C370-C903-C897-B40BE42E6D33}"/>
              </a:ext>
            </a:extLst>
          </p:cNvPr>
          <p:cNvGrpSpPr/>
          <p:nvPr/>
        </p:nvGrpSpPr>
        <p:grpSpPr>
          <a:xfrm>
            <a:off x="7037299" y="4419001"/>
            <a:ext cx="4242755" cy="1726548"/>
            <a:chOff x="2227056" y="2007890"/>
            <a:chExt cx="7131177" cy="2681571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7FE79D0-8996-F5FB-E017-F47F0537258C}"/>
                </a:ext>
              </a:extLst>
            </p:cNvPr>
            <p:cNvGrpSpPr/>
            <p:nvPr/>
          </p:nvGrpSpPr>
          <p:grpSpPr>
            <a:xfrm>
              <a:off x="2227056" y="2968874"/>
              <a:ext cx="1390302" cy="1720587"/>
              <a:chOff x="8610600" y="3540312"/>
              <a:chExt cx="1390302" cy="17205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Elipse 23">
                    <a:extLst>
                      <a:ext uri="{FF2B5EF4-FFF2-40B4-BE49-F238E27FC236}">
                        <a16:creationId xmlns:a16="http://schemas.microsoft.com/office/drawing/2014/main" id="{DDCD9A7B-9EED-967F-9671-0A54D284E27E}"/>
                      </a:ext>
                    </a:extLst>
                  </p:cNvPr>
                  <p:cNvSpPr/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solidFill>
                    <a:srgbClr val="AFEBF7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49" name="Elipse 23">
                    <a:extLst>
                      <a:ext uri="{FF2B5EF4-FFF2-40B4-BE49-F238E27FC236}">
                        <a16:creationId xmlns:a16="http://schemas.microsoft.com/office/drawing/2014/main" id="{DDCD9A7B-9EED-967F-9671-0A54D284E2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65B76646-C417-44EC-1CB3-1EED811D9CE4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6DC83D48-EDE6-BB35-7B45-0848A81AB768}"/>
                  </a:ext>
                </a:extLst>
              </p:cNvPr>
              <p:cNvCxnSpPr>
                <a:cxnSpLocks/>
                <a:stCxn id="49" idx="0"/>
                <a:endCxn id="50" idx="2"/>
              </p:cNvCxnSpPr>
              <p:nvPr/>
            </p:nvCxnSpPr>
            <p:spPr>
              <a:xfrm flipH="1" flipV="1">
                <a:off x="9305751" y="4298672"/>
                <a:ext cx="1" cy="42981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C874697-A0B3-BE59-B580-84ACD43F1391}"/>
                </a:ext>
              </a:extLst>
            </p:cNvPr>
            <p:cNvSpPr/>
            <p:nvPr/>
          </p:nvSpPr>
          <p:spPr>
            <a:xfrm>
              <a:off x="4140682" y="2968874"/>
              <a:ext cx="1390302" cy="75835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A6A3087F-C9DA-E7FE-7BE0-72E45D605F73}"/>
                </a:ext>
              </a:extLst>
            </p:cNvPr>
            <p:cNvSpPr/>
            <p:nvPr/>
          </p:nvSpPr>
          <p:spPr>
            <a:xfrm>
              <a:off x="6054306" y="2968874"/>
              <a:ext cx="1390302" cy="75835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05EC45B-4D71-BC42-E991-78D7E8F9D417}"/>
                </a:ext>
              </a:extLst>
            </p:cNvPr>
            <p:cNvGrpSpPr/>
            <p:nvPr/>
          </p:nvGrpSpPr>
          <p:grpSpPr>
            <a:xfrm>
              <a:off x="7967931" y="2007890"/>
              <a:ext cx="1390302" cy="1720586"/>
              <a:chOff x="8610600" y="2578086"/>
              <a:chExt cx="1390302" cy="1720586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BE513FD2-1D69-4872-CFB2-06C0C53CE8C1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Elipse 23">
                    <a:extLst>
                      <a:ext uri="{FF2B5EF4-FFF2-40B4-BE49-F238E27FC236}">
                        <a16:creationId xmlns:a16="http://schemas.microsoft.com/office/drawing/2014/main" id="{8B4F4989-66A2-A46A-7815-C26F3F57C760}"/>
                      </a:ext>
                    </a:extLst>
                  </p:cNvPr>
                  <p:cNvSpPr/>
                  <p:nvPr/>
                </p:nvSpPr>
                <p:spPr>
                  <a:xfrm>
                    <a:off x="9039546" y="2578086"/>
                    <a:ext cx="532411" cy="532411"/>
                  </a:xfrm>
                  <a:prstGeom prst="ellipse">
                    <a:avLst/>
                  </a:prstGeom>
                  <a:solidFill>
                    <a:srgbClr val="FFB9FF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47" name="Elipse 23">
                    <a:extLst>
                      <a:ext uri="{FF2B5EF4-FFF2-40B4-BE49-F238E27FC236}">
                        <a16:creationId xmlns:a16="http://schemas.microsoft.com/office/drawing/2014/main" id="{8B4F4989-66A2-A46A-7815-C26F3F57C76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2578086"/>
                    <a:ext cx="532411" cy="532411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 l="-576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4684D421-B032-3996-1717-C907C4F72960}"/>
                  </a:ext>
                </a:extLst>
              </p:cNvPr>
              <p:cNvCxnSpPr>
                <a:cxnSpLocks/>
                <a:stCxn id="46" idx="0"/>
                <a:endCxn id="47" idx="4"/>
              </p:cNvCxnSpPr>
              <p:nvPr/>
            </p:nvCxnSpPr>
            <p:spPr>
              <a:xfrm flipV="1">
                <a:off x="9305751" y="3110497"/>
                <a:ext cx="1" cy="42981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0221ABD-80FE-0E32-6EAE-EE954556E1A1}"/>
                </a:ext>
              </a:extLst>
            </p:cNvPr>
            <p:cNvCxnSpPr>
              <a:cxnSpLocks/>
              <a:stCxn id="50" idx="3"/>
              <a:endCxn id="37" idx="1"/>
            </p:cNvCxnSpPr>
            <p:nvPr/>
          </p:nvCxnSpPr>
          <p:spPr>
            <a:xfrm>
              <a:off x="3617358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695EE8A-5DA6-97C3-6577-88CF28BFF752}"/>
                </a:ext>
              </a:extLst>
            </p:cNvPr>
            <p:cNvCxnSpPr>
              <a:cxnSpLocks/>
              <a:stCxn id="37" idx="3"/>
              <a:endCxn id="38" idx="1"/>
            </p:cNvCxnSpPr>
            <p:nvPr/>
          </p:nvCxnSpPr>
          <p:spPr>
            <a:xfrm>
              <a:off x="5530983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BB3B96C-DE9E-A0EF-B5AD-7FC58A058081}"/>
                </a:ext>
              </a:extLst>
            </p:cNvPr>
            <p:cNvCxnSpPr>
              <a:cxnSpLocks/>
              <a:stCxn id="38" idx="3"/>
              <a:endCxn id="46" idx="1"/>
            </p:cNvCxnSpPr>
            <p:nvPr/>
          </p:nvCxnSpPr>
          <p:spPr>
            <a:xfrm>
              <a:off x="7444608" y="3348054"/>
              <a:ext cx="523323" cy="12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2C71D18-3236-C209-CAEF-5C5F9041BC2F}"/>
                    </a:ext>
                  </a:extLst>
                </p:cNvPr>
                <p:cNvSpPr txBox="1"/>
                <p:nvPr/>
              </p:nvSpPr>
              <p:spPr>
                <a:xfrm>
                  <a:off x="3550436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2C71D18-3236-C209-CAEF-5C5F9041BC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436" y="2886389"/>
                  <a:ext cx="485339" cy="396778"/>
                </a:xfrm>
                <a:prstGeom prst="rect">
                  <a:avLst/>
                </a:prstGeom>
                <a:blipFill>
                  <a:blip r:embed="rId4"/>
                  <a:stretch>
                    <a:fillRect r="-6383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ED04AF6-5A01-056A-806C-072128B5E6C2}"/>
                    </a:ext>
                  </a:extLst>
                </p:cNvPr>
                <p:cNvSpPr txBox="1"/>
                <p:nvPr/>
              </p:nvSpPr>
              <p:spPr>
                <a:xfrm>
                  <a:off x="5487670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ED04AF6-5A01-056A-806C-072128B5E6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7670" y="2886389"/>
                  <a:ext cx="485339" cy="396778"/>
                </a:xfrm>
                <a:prstGeom prst="rect">
                  <a:avLst/>
                </a:prstGeom>
                <a:blipFill>
                  <a:blip r:embed="rId5"/>
                  <a:stretch>
                    <a:fillRect r="-4255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C040108-FEF4-7078-2285-9EBB0814C7AA}"/>
                    </a:ext>
                  </a:extLst>
                </p:cNvPr>
                <p:cNvSpPr txBox="1"/>
                <p:nvPr/>
              </p:nvSpPr>
              <p:spPr>
                <a:xfrm>
                  <a:off x="7377686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C040108-FEF4-7078-2285-9EBB0814C7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7686" y="2886389"/>
                  <a:ext cx="485339" cy="396778"/>
                </a:xfrm>
                <a:prstGeom prst="rect">
                  <a:avLst/>
                </a:prstGeom>
                <a:blipFill>
                  <a:blip r:embed="rId6"/>
                  <a:stretch>
                    <a:fillRect r="-6383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Elipse 23">
                <a:extLst>
                  <a:ext uri="{FF2B5EF4-FFF2-40B4-BE49-F238E27FC236}">
                    <a16:creationId xmlns:a16="http://schemas.microsoft.com/office/drawing/2014/main" id="{0E6D93D1-DA0A-E286-9C49-0B6437ED3161}"/>
                  </a:ext>
                </a:extLst>
              </p:cNvPr>
              <p:cNvSpPr/>
              <p:nvPr/>
            </p:nvSpPr>
            <p:spPr>
              <a:xfrm>
                <a:off x="9569559" y="4416402"/>
                <a:ext cx="316762" cy="342797"/>
              </a:xfrm>
              <a:prstGeom prst="ellipse">
                <a:avLst/>
              </a:prstGeom>
              <a:solidFill>
                <a:srgbClr val="FFB9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52" name="Elipse 23">
                <a:extLst>
                  <a:ext uri="{FF2B5EF4-FFF2-40B4-BE49-F238E27FC236}">
                    <a16:creationId xmlns:a16="http://schemas.microsoft.com/office/drawing/2014/main" id="{0E6D93D1-DA0A-E286-9C49-0B6437ED31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9559" y="4416402"/>
                <a:ext cx="316762" cy="342797"/>
              </a:xfrm>
              <a:prstGeom prst="ellipse">
                <a:avLst/>
              </a:prstGeom>
              <a:blipFill>
                <a:blip r:embed="rId7"/>
                <a:stretch>
                  <a:fillRect l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E09E34F-C96C-9613-9299-D3790C195448}"/>
              </a:ext>
            </a:extLst>
          </p:cNvPr>
          <p:cNvCxnSpPr>
            <a:cxnSpLocks/>
            <a:endCxn id="52" idx="4"/>
          </p:cNvCxnSpPr>
          <p:nvPr/>
        </p:nvCxnSpPr>
        <p:spPr>
          <a:xfrm flipV="1">
            <a:off x="9727940" y="4759199"/>
            <a:ext cx="1" cy="2767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Elipse 23">
                <a:extLst>
                  <a:ext uri="{FF2B5EF4-FFF2-40B4-BE49-F238E27FC236}">
                    <a16:creationId xmlns:a16="http://schemas.microsoft.com/office/drawing/2014/main" id="{EE2C133D-79E0-60D5-AA78-B633D8BDEE3F}"/>
                  </a:ext>
                </a:extLst>
              </p:cNvPr>
              <p:cNvSpPr/>
              <p:nvPr/>
            </p:nvSpPr>
            <p:spPr>
              <a:xfrm>
                <a:off x="8400986" y="4418201"/>
                <a:ext cx="316762" cy="342797"/>
              </a:xfrm>
              <a:prstGeom prst="ellipse">
                <a:avLst/>
              </a:prstGeom>
              <a:solidFill>
                <a:srgbClr val="FFB9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54" name="Elipse 23">
                <a:extLst>
                  <a:ext uri="{FF2B5EF4-FFF2-40B4-BE49-F238E27FC236}">
                    <a16:creationId xmlns:a16="http://schemas.microsoft.com/office/drawing/2014/main" id="{EE2C133D-79E0-60D5-AA78-B633D8BDEE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986" y="4418201"/>
                <a:ext cx="316762" cy="342797"/>
              </a:xfrm>
              <a:prstGeom prst="ellipse">
                <a:avLst/>
              </a:prstGeom>
              <a:blipFill>
                <a:blip r:embed="rId8"/>
                <a:stretch>
                  <a:fillRect l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0236ACB-F121-7507-CEFB-3354E9B01283}"/>
              </a:ext>
            </a:extLst>
          </p:cNvPr>
          <p:cNvCxnSpPr>
            <a:cxnSpLocks/>
            <a:endCxn id="54" idx="4"/>
          </p:cNvCxnSpPr>
          <p:nvPr/>
        </p:nvCxnSpPr>
        <p:spPr>
          <a:xfrm flipV="1">
            <a:off x="8559367" y="4760998"/>
            <a:ext cx="1" cy="2767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Elipse 23">
                <a:extLst>
                  <a:ext uri="{FF2B5EF4-FFF2-40B4-BE49-F238E27FC236}">
                    <a16:creationId xmlns:a16="http://schemas.microsoft.com/office/drawing/2014/main" id="{E8AA83AE-C6EC-4E02-7BA7-EB6FA8D8F8A8}"/>
                  </a:ext>
                </a:extLst>
              </p:cNvPr>
              <p:cNvSpPr/>
              <p:nvPr/>
            </p:nvSpPr>
            <p:spPr>
              <a:xfrm>
                <a:off x="7292504" y="4416402"/>
                <a:ext cx="316762" cy="342797"/>
              </a:xfrm>
              <a:prstGeom prst="ellipse">
                <a:avLst/>
              </a:prstGeom>
              <a:solidFill>
                <a:srgbClr val="FFB9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56" name="Elipse 23">
                <a:extLst>
                  <a:ext uri="{FF2B5EF4-FFF2-40B4-BE49-F238E27FC236}">
                    <a16:creationId xmlns:a16="http://schemas.microsoft.com/office/drawing/2014/main" id="{E8AA83AE-C6EC-4E02-7BA7-EB6FA8D8F8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504" y="4416402"/>
                <a:ext cx="316762" cy="342797"/>
              </a:xfrm>
              <a:prstGeom prst="ellipse">
                <a:avLst/>
              </a:prstGeom>
              <a:blipFill>
                <a:blip r:embed="rId9"/>
                <a:stretch>
                  <a:fillRect l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FD32719-FA9B-8433-05E3-42F741B379ED}"/>
              </a:ext>
            </a:extLst>
          </p:cNvPr>
          <p:cNvCxnSpPr>
            <a:cxnSpLocks/>
            <a:endCxn id="56" idx="4"/>
          </p:cNvCxnSpPr>
          <p:nvPr/>
        </p:nvCxnSpPr>
        <p:spPr>
          <a:xfrm flipV="1">
            <a:off x="7450885" y="4759199"/>
            <a:ext cx="1" cy="2767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Elipse 23">
                <a:extLst>
                  <a:ext uri="{FF2B5EF4-FFF2-40B4-BE49-F238E27FC236}">
                    <a16:creationId xmlns:a16="http://schemas.microsoft.com/office/drawing/2014/main" id="{21E20BF8-947B-F2E8-F6B8-8817A5156569}"/>
                  </a:ext>
                </a:extLst>
              </p:cNvPr>
              <p:cNvSpPr/>
              <p:nvPr/>
            </p:nvSpPr>
            <p:spPr>
              <a:xfrm>
                <a:off x="7292504" y="5802752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58" name="Elipse 23">
                <a:extLst>
                  <a:ext uri="{FF2B5EF4-FFF2-40B4-BE49-F238E27FC236}">
                    <a16:creationId xmlns:a16="http://schemas.microsoft.com/office/drawing/2014/main" id="{21E20BF8-947B-F2E8-F6B8-8817A51565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504" y="5802752"/>
                <a:ext cx="316762" cy="342797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Elipse 23">
                <a:extLst>
                  <a:ext uri="{FF2B5EF4-FFF2-40B4-BE49-F238E27FC236}">
                    <a16:creationId xmlns:a16="http://schemas.microsoft.com/office/drawing/2014/main" id="{3B5BF671-BDDF-100F-4137-9CB63E8364BF}"/>
                  </a:ext>
                </a:extLst>
              </p:cNvPr>
              <p:cNvSpPr/>
              <p:nvPr/>
            </p:nvSpPr>
            <p:spPr>
              <a:xfrm>
                <a:off x="8431032" y="5802752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59" name="Elipse 23">
                <a:extLst>
                  <a:ext uri="{FF2B5EF4-FFF2-40B4-BE49-F238E27FC236}">
                    <a16:creationId xmlns:a16="http://schemas.microsoft.com/office/drawing/2014/main" id="{3B5BF671-BDDF-100F-4137-9CB63E8364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032" y="5802752"/>
                <a:ext cx="316762" cy="342797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F718776-730D-C66E-61B3-CF323770A8FC}"/>
              </a:ext>
            </a:extLst>
          </p:cNvPr>
          <p:cNvCxnSpPr>
            <a:cxnSpLocks/>
            <a:stCxn id="59" idx="0"/>
          </p:cNvCxnSpPr>
          <p:nvPr/>
        </p:nvCxnSpPr>
        <p:spPr>
          <a:xfrm flipH="1" flipV="1">
            <a:off x="8589413" y="5526012"/>
            <a:ext cx="1" cy="276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Elipse 23">
                <a:extLst>
                  <a:ext uri="{FF2B5EF4-FFF2-40B4-BE49-F238E27FC236}">
                    <a16:creationId xmlns:a16="http://schemas.microsoft.com/office/drawing/2014/main" id="{AE5ED0CA-0805-9DC1-7DA0-993AB53FC69E}"/>
                  </a:ext>
                </a:extLst>
              </p:cNvPr>
              <p:cNvSpPr/>
              <p:nvPr/>
            </p:nvSpPr>
            <p:spPr>
              <a:xfrm>
                <a:off x="9569559" y="5802752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61" name="Elipse 23">
                <a:extLst>
                  <a:ext uri="{FF2B5EF4-FFF2-40B4-BE49-F238E27FC236}">
                    <a16:creationId xmlns:a16="http://schemas.microsoft.com/office/drawing/2014/main" id="{AE5ED0CA-0805-9DC1-7DA0-993AB53FC6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9559" y="5802752"/>
                <a:ext cx="316762" cy="342797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07BED82-F7F5-50F6-1D5C-54E9046CF2F1}"/>
              </a:ext>
            </a:extLst>
          </p:cNvPr>
          <p:cNvCxnSpPr>
            <a:cxnSpLocks/>
            <a:stCxn id="61" idx="0"/>
          </p:cNvCxnSpPr>
          <p:nvPr/>
        </p:nvCxnSpPr>
        <p:spPr>
          <a:xfrm flipH="1" flipV="1">
            <a:off x="9727940" y="5526012"/>
            <a:ext cx="1" cy="276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Elipse 23">
                <a:extLst>
                  <a:ext uri="{FF2B5EF4-FFF2-40B4-BE49-F238E27FC236}">
                    <a16:creationId xmlns:a16="http://schemas.microsoft.com/office/drawing/2014/main" id="{98216451-6D60-40DD-24A9-A281D37FA788}"/>
                  </a:ext>
                </a:extLst>
              </p:cNvPr>
              <p:cNvSpPr/>
              <p:nvPr/>
            </p:nvSpPr>
            <p:spPr>
              <a:xfrm>
                <a:off x="10708087" y="5803552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63" name="Elipse 23">
                <a:extLst>
                  <a:ext uri="{FF2B5EF4-FFF2-40B4-BE49-F238E27FC236}">
                    <a16:creationId xmlns:a16="http://schemas.microsoft.com/office/drawing/2014/main" id="{98216451-6D60-40DD-24A9-A281D37FA7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8087" y="5803552"/>
                <a:ext cx="316762" cy="342797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5899E2B-37A0-1E16-6070-154BC42DABAD}"/>
              </a:ext>
            </a:extLst>
          </p:cNvPr>
          <p:cNvCxnSpPr>
            <a:cxnSpLocks/>
            <a:stCxn id="63" idx="0"/>
          </p:cNvCxnSpPr>
          <p:nvPr/>
        </p:nvCxnSpPr>
        <p:spPr>
          <a:xfrm flipH="1" flipV="1">
            <a:off x="10866468" y="5526812"/>
            <a:ext cx="1" cy="276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777D46F-6C15-0ED1-EFBC-3652FC49F964}"/>
              </a:ext>
            </a:extLst>
          </p:cNvPr>
          <p:cNvGrpSpPr/>
          <p:nvPr/>
        </p:nvGrpSpPr>
        <p:grpSpPr>
          <a:xfrm>
            <a:off x="911946" y="4419001"/>
            <a:ext cx="4242755" cy="1726548"/>
            <a:chOff x="2227056" y="2007890"/>
            <a:chExt cx="7131177" cy="2681571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FC23152-3B0E-6EEB-46C2-631C03E48561}"/>
                </a:ext>
              </a:extLst>
            </p:cNvPr>
            <p:cNvGrpSpPr/>
            <p:nvPr/>
          </p:nvGrpSpPr>
          <p:grpSpPr>
            <a:xfrm>
              <a:off x="2227056" y="2968874"/>
              <a:ext cx="1390302" cy="1720587"/>
              <a:chOff x="8610600" y="3540312"/>
              <a:chExt cx="1390302" cy="17205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Elipse 23">
                    <a:extLst>
                      <a:ext uri="{FF2B5EF4-FFF2-40B4-BE49-F238E27FC236}">
                        <a16:creationId xmlns:a16="http://schemas.microsoft.com/office/drawing/2014/main" id="{59588CF4-FC98-907B-DFBC-6731F746427B}"/>
                      </a:ext>
                    </a:extLst>
                  </p:cNvPr>
                  <p:cNvSpPr/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solidFill>
                    <a:srgbClr val="AFEBF7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79" name="Elipse 23">
                    <a:extLst>
                      <a:ext uri="{FF2B5EF4-FFF2-40B4-BE49-F238E27FC236}">
                        <a16:creationId xmlns:a16="http://schemas.microsoft.com/office/drawing/2014/main" id="{59588CF4-FC98-907B-DFBC-6731F746427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0DCFCAD5-AC05-656D-B6C2-89E21C46D12F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56E2636D-16F0-C9B0-2F24-9CB74EFBA663}"/>
                  </a:ext>
                </a:extLst>
              </p:cNvPr>
              <p:cNvCxnSpPr>
                <a:cxnSpLocks/>
                <a:stCxn id="79" idx="0"/>
                <a:endCxn id="80" idx="2"/>
              </p:cNvCxnSpPr>
              <p:nvPr/>
            </p:nvCxnSpPr>
            <p:spPr>
              <a:xfrm flipH="1" flipV="1">
                <a:off x="9305751" y="4298672"/>
                <a:ext cx="1" cy="42981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7141A484-9E3A-498D-78D8-84DF47F75219}"/>
                </a:ext>
              </a:extLst>
            </p:cNvPr>
            <p:cNvSpPr/>
            <p:nvPr/>
          </p:nvSpPr>
          <p:spPr>
            <a:xfrm>
              <a:off x="4140682" y="2968874"/>
              <a:ext cx="1390302" cy="75835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907D449D-3354-B67E-B897-D3C121A0A34E}"/>
                </a:ext>
              </a:extLst>
            </p:cNvPr>
            <p:cNvSpPr/>
            <p:nvPr/>
          </p:nvSpPr>
          <p:spPr>
            <a:xfrm>
              <a:off x="6054306" y="2968874"/>
              <a:ext cx="1390302" cy="75835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DBC7988-7B7F-B7BB-AF43-BCC807A05AC3}"/>
                </a:ext>
              </a:extLst>
            </p:cNvPr>
            <p:cNvGrpSpPr/>
            <p:nvPr/>
          </p:nvGrpSpPr>
          <p:grpSpPr>
            <a:xfrm>
              <a:off x="7967931" y="2007890"/>
              <a:ext cx="1390302" cy="1720586"/>
              <a:chOff x="8610600" y="2578086"/>
              <a:chExt cx="1390302" cy="1720586"/>
            </a:xfrm>
          </p:grpSpPr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EA55F8DC-EA96-C6CD-B243-B95F124FDFB2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Elipse 23">
                    <a:extLst>
                      <a:ext uri="{FF2B5EF4-FFF2-40B4-BE49-F238E27FC236}">
                        <a16:creationId xmlns:a16="http://schemas.microsoft.com/office/drawing/2014/main" id="{475F094A-21A9-2C31-BF1A-51C83A2AE498}"/>
                      </a:ext>
                    </a:extLst>
                  </p:cNvPr>
                  <p:cNvSpPr/>
                  <p:nvPr/>
                </p:nvSpPr>
                <p:spPr>
                  <a:xfrm>
                    <a:off x="9039546" y="2578086"/>
                    <a:ext cx="532411" cy="532411"/>
                  </a:xfrm>
                  <a:prstGeom prst="ellipse">
                    <a:avLst/>
                  </a:prstGeom>
                  <a:solidFill>
                    <a:srgbClr val="FFB9FF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77" name="Elipse 23">
                    <a:extLst>
                      <a:ext uri="{FF2B5EF4-FFF2-40B4-BE49-F238E27FC236}">
                        <a16:creationId xmlns:a16="http://schemas.microsoft.com/office/drawing/2014/main" id="{475F094A-21A9-2C31-BF1A-51C83A2AE49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2578086"/>
                    <a:ext cx="532411" cy="532411"/>
                  </a:xfrm>
                  <a:prstGeom prst="ellipse">
                    <a:avLst/>
                  </a:prstGeom>
                  <a:blipFill>
                    <a:blip r:embed="rId13"/>
                    <a:stretch>
                      <a:fillRect l="-3846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C713AC9D-C28D-CE72-27FA-FCAD89D57FFD}"/>
                  </a:ext>
                </a:extLst>
              </p:cNvPr>
              <p:cNvCxnSpPr>
                <a:cxnSpLocks/>
                <a:stCxn id="76" idx="0"/>
                <a:endCxn id="77" idx="4"/>
              </p:cNvCxnSpPr>
              <p:nvPr/>
            </p:nvCxnSpPr>
            <p:spPr>
              <a:xfrm flipV="1">
                <a:off x="9305751" y="3110497"/>
                <a:ext cx="1" cy="42981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F5B1B648-CF53-ECB3-0976-CAD905102F35}"/>
                </a:ext>
              </a:extLst>
            </p:cNvPr>
            <p:cNvCxnSpPr>
              <a:cxnSpLocks/>
              <a:stCxn id="80" idx="3"/>
              <a:endCxn id="67" idx="1"/>
            </p:cNvCxnSpPr>
            <p:nvPr/>
          </p:nvCxnSpPr>
          <p:spPr>
            <a:xfrm>
              <a:off x="3617358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F6AC596A-587C-912F-A4B1-81FB293325E3}"/>
                </a:ext>
              </a:extLst>
            </p:cNvPr>
            <p:cNvCxnSpPr>
              <a:cxnSpLocks/>
              <a:stCxn id="67" idx="3"/>
              <a:endCxn id="68" idx="1"/>
            </p:cNvCxnSpPr>
            <p:nvPr/>
          </p:nvCxnSpPr>
          <p:spPr>
            <a:xfrm>
              <a:off x="5530983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E625DF7-7B6C-3DD4-7B0C-CBE45CE9FDC7}"/>
                </a:ext>
              </a:extLst>
            </p:cNvPr>
            <p:cNvCxnSpPr>
              <a:cxnSpLocks/>
              <a:stCxn id="68" idx="3"/>
              <a:endCxn id="76" idx="1"/>
            </p:cNvCxnSpPr>
            <p:nvPr/>
          </p:nvCxnSpPr>
          <p:spPr>
            <a:xfrm>
              <a:off x="7444608" y="3348054"/>
              <a:ext cx="523323" cy="12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726635E0-FA73-E1E3-B21C-E855C32392D5}"/>
                    </a:ext>
                  </a:extLst>
                </p:cNvPr>
                <p:cNvSpPr txBox="1"/>
                <p:nvPr/>
              </p:nvSpPr>
              <p:spPr>
                <a:xfrm>
                  <a:off x="3550436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726635E0-FA73-E1E3-B21C-E855C32392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436" y="2886389"/>
                  <a:ext cx="485339" cy="396778"/>
                </a:xfrm>
                <a:prstGeom prst="rect">
                  <a:avLst/>
                </a:prstGeom>
                <a:blipFill>
                  <a:blip r:embed="rId4"/>
                  <a:stretch>
                    <a:fillRect r="-6383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CC0A363A-804D-F931-ADC1-DA6FFE087819}"/>
                    </a:ext>
                  </a:extLst>
                </p:cNvPr>
                <p:cNvSpPr txBox="1"/>
                <p:nvPr/>
              </p:nvSpPr>
              <p:spPr>
                <a:xfrm>
                  <a:off x="5487670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CC0A363A-804D-F931-ADC1-DA6FFE0878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7670" y="2886389"/>
                  <a:ext cx="485339" cy="396778"/>
                </a:xfrm>
                <a:prstGeom prst="rect">
                  <a:avLst/>
                </a:prstGeom>
                <a:blipFill>
                  <a:blip r:embed="rId5"/>
                  <a:stretch>
                    <a:fillRect r="-4255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ABB6C836-74F7-8621-3263-0CCF5F644F34}"/>
                    </a:ext>
                  </a:extLst>
                </p:cNvPr>
                <p:cNvSpPr txBox="1"/>
                <p:nvPr/>
              </p:nvSpPr>
              <p:spPr>
                <a:xfrm>
                  <a:off x="7377686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ABB6C836-74F7-8621-3263-0CCF5F644F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7686" y="2886389"/>
                  <a:ext cx="485339" cy="396778"/>
                </a:xfrm>
                <a:prstGeom prst="rect">
                  <a:avLst/>
                </a:prstGeom>
                <a:blipFill>
                  <a:blip r:embed="rId6"/>
                  <a:stretch>
                    <a:fillRect r="-4167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Elipse 23">
                <a:extLst>
                  <a:ext uri="{FF2B5EF4-FFF2-40B4-BE49-F238E27FC236}">
                    <a16:creationId xmlns:a16="http://schemas.microsoft.com/office/drawing/2014/main" id="{4E289C8D-1526-E85C-2B71-7F21391AA1C1}"/>
                  </a:ext>
                </a:extLst>
              </p:cNvPr>
              <p:cNvSpPr/>
              <p:nvPr/>
            </p:nvSpPr>
            <p:spPr>
              <a:xfrm>
                <a:off x="3444206" y="4416402"/>
                <a:ext cx="316762" cy="342797"/>
              </a:xfrm>
              <a:prstGeom prst="ellipse">
                <a:avLst/>
              </a:prstGeom>
              <a:solidFill>
                <a:srgbClr val="FFB9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82" name="Elipse 23">
                <a:extLst>
                  <a:ext uri="{FF2B5EF4-FFF2-40B4-BE49-F238E27FC236}">
                    <a16:creationId xmlns:a16="http://schemas.microsoft.com/office/drawing/2014/main" id="{4E289C8D-1526-E85C-2B71-7F21391AA1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206" y="4416402"/>
                <a:ext cx="316762" cy="342797"/>
              </a:xfrm>
              <a:prstGeom prst="ellipse">
                <a:avLst/>
              </a:prstGeom>
              <a:blipFill>
                <a:blip r:embed="rId7"/>
                <a:stretch>
                  <a:fillRect l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45C1DB1-D9C6-F137-8179-F13CEF24AC7D}"/>
              </a:ext>
            </a:extLst>
          </p:cNvPr>
          <p:cNvCxnSpPr>
            <a:cxnSpLocks/>
            <a:endCxn id="82" idx="4"/>
          </p:cNvCxnSpPr>
          <p:nvPr/>
        </p:nvCxnSpPr>
        <p:spPr>
          <a:xfrm flipV="1">
            <a:off x="3602587" y="4759199"/>
            <a:ext cx="1" cy="2767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Elipse 23">
                <a:extLst>
                  <a:ext uri="{FF2B5EF4-FFF2-40B4-BE49-F238E27FC236}">
                    <a16:creationId xmlns:a16="http://schemas.microsoft.com/office/drawing/2014/main" id="{658E7289-DD1E-A6DA-CD5A-86F849F244F0}"/>
                  </a:ext>
                </a:extLst>
              </p:cNvPr>
              <p:cNvSpPr/>
              <p:nvPr/>
            </p:nvSpPr>
            <p:spPr>
              <a:xfrm>
                <a:off x="2275633" y="4418201"/>
                <a:ext cx="316762" cy="342797"/>
              </a:xfrm>
              <a:prstGeom prst="ellipse">
                <a:avLst/>
              </a:prstGeom>
              <a:solidFill>
                <a:srgbClr val="FFB9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84" name="Elipse 23">
                <a:extLst>
                  <a:ext uri="{FF2B5EF4-FFF2-40B4-BE49-F238E27FC236}">
                    <a16:creationId xmlns:a16="http://schemas.microsoft.com/office/drawing/2014/main" id="{658E7289-DD1E-A6DA-CD5A-86F849F244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633" y="4418201"/>
                <a:ext cx="316762" cy="342797"/>
              </a:xfrm>
              <a:prstGeom prst="ellipse">
                <a:avLst/>
              </a:prstGeom>
              <a:blipFill>
                <a:blip r:embed="rId8"/>
                <a:stretch>
                  <a:fillRect l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A58BEB9-BF42-9AF2-599A-50C1D0837099}"/>
              </a:ext>
            </a:extLst>
          </p:cNvPr>
          <p:cNvCxnSpPr>
            <a:cxnSpLocks/>
            <a:endCxn id="84" idx="4"/>
          </p:cNvCxnSpPr>
          <p:nvPr/>
        </p:nvCxnSpPr>
        <p:spPr>
          <a:xfrm flipV="1">
            <a:off x="2434014" y="4760998"/>
            <a:ext cx="1" cy="2767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953B2A0-1866-8D87-91D7-BFCB59413E1A}"/>
              </a:ext>
            </a:extLst>
          </p:cNvPr>
          <p:cNvGrpSpPr/>
          <p:nvPr/>
        </p:nvGrpSpPr>
        <p:grpSpPr>
          <a:xfrm>
            <a:off x="7000229" y="2296171"/>
            <a:ext cx="4242755" cy="1727348"/>
            <a:chOff x="2227056" y="2007890"/>
            <a:chExt cx="7131177" cy="2682813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1858AD0C-57F7-F09A-7283-2C3BCE5FCD93}"/>
                </a:ext>
              </a:extLst>
            </p:cNvPr>
            <p:cNvGrpSpPr/>
            <p:nvPr/>
          </p:nvGrpSpPr>
          <p:grpSpPr>
            <a:xfrm>
              <a:off x="2227056" y="2968874"/>
              <a:ext cx="1390302" cy="1720587"/>
              <a:chOff x="8610600" y="3540312"/>
              <a:chExt cx="1390302" cy="17205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Elipse 23">
                    <a:extLst>
                      <a:ext uri="{FF2B5EF4-FFF2-40B4-BE49-F238E27FC236}">
                        <a16:creationId xmlns:a16="http://schemas.microsoft.com/office/drawing/2014/main" id="{E9F4074B-7F11-F666-4D2C-D11428829369}"/>
                      </a:ext>
                    </a:extLst>
                  </p:cNvPr>
                  <p:cNvSpPr/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solidFill>
                    <a:srgbClr val="AFEBF7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108" name="Elipse 23">
                    <a:extLst>
                      <a:ext uri="{FF2B5EF4-FFF2-40B4-BE49-F238E27FC236}">
                        <a16:creationId xmlns:a16="http://schemas.microsoft.com/office/drawing/2014/main" id="{E9F4074B-7F11-F666-4D2C-D1142882936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A785AD0E-DF72-2211-DC8F-2F6AB1F5785D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E270E326-2530-7B50-AE8B-4562DB2B3D27}"/>
                  </a:ext>
                </a:extLst>
              </p:cNvPr>
              <p:cNvCxnSpPr>
                <a:cxnSpLocks/>
                <a:stCxn id="108" idx="0"/>
                <a:endCxn id="109" idx="2"/>
              </p:cNvCxnSpPr>
              <p:nvPr/>
            </p:nvCxnSpPr>
            <p:spPr>
              <a:xfrm flipH="1" flipV="1">
                <a:off x="9305751" y="4298672"/>
                <a:ext cx="1" cy="42981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6D190E9-C838-DBB9-A0D4-607CD2764B88}"/>
                </a:ext>
              </a:extLst>
            </p:cNvPr>
            <p:cNvGrpSpPr/>
            <p:nvPr/>
          </p:nvGrpSpPr>
          <p:grpSpPr>
            <a:xfrm>
              <a:off x="4140681" y="2968874"/>
              <a:ext cx="1390302" cy="1720587"/>
              <a:chOff x="8610600" y="3540312"/>
              <a:chExt cx="1390302" cy="17205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Elipse 23">
                    <a:extLst>
                      <a:ext uri="{FF2B5EF4-FFF2-40B4-BE49-F238E27FC236}">
                        <a16:creationId xmlns:a16="http://schemas.microsoft.com/office/drawing/2014/main" id="{2F47D5F8-6806-D6F7-BC23-4F23E9A41E3F}"/>
                      </a:ext>
                    </a:extLst>
                  </p:cNvPr>
                  <p:cNvSpPr/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solidFill>
                    <a:srgbClr val="AFEBF7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105" name="Elipse 23">
                    <a:extLst>
                      <a:ext uri="{FF2B5EF4-FFF2-40B4-BE49-F238E27FC236}">
                        <a16:creationId xmlns:a16="http://schemas.microsoft.com/office/drawing/2014/main" id="{2F47D5F8-6806-D6F7-BC23-4F23E9A41E3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6" name="Rectangle: Rounded Corners 105">
                <a:extLst>
                  <a:ext uri="{FF2B5EF4-FFF2-40B4-BE49-F238E27FC236}">
                    <a16:creationId xmlns:a16="http://schemas.microsoft.com/office/drawing/2014/main" id="{AECAED09-8B44-84AF-0744-9299E77D3306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208ABEA3-179E-D8D8-308A-802767CFEF72}"/>
                  </a:ext>
                </a:extLst>
              </p:cNvPr>
              <p:cNvCxnSpPr>
                <a:cxnSpLocks/>
                <a:stCxn id="105" idx="0"/>
                <a:endCxn id="106" idx="2"/>
              </p:cNvCxnSpPr>
              <p:nvPr/>
            </p:nvCxnSpPr>
            <p:spPr>
              <a:xfrm flipH="1" flipV="1">
                <a:off x="9305751" y="4298672"/>
                <a:ext cx="1" cy="42981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EA19EF65-0E34-3816-E175-DD17A63B50F3}"/>
                </a:ext>
              </a:extLst>
            </p:cNvPr>
            <p:cNvGrpSpPr/>
            <p:nvPr/>
          </p:nvGrpSpPr>
          <p:grpSpPr>
            <a:xfrm>
              <a:off x="6054306" y="2968874"/>
              <a:ext cx="1390302" cy="1720587"/>
              <a:chOff x="8610600" y="3540312"/>
              <a:chExt cx="1390302" cy="17205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Elipse 23">
                    <a:extLst>
                      <a:ext uri="{FF2B5EF4-FFF2-40B4-BE49-F238E27FC236}">
                        <a16:creationId xmlns:a16="http://schemas.microsoft.com/office/drawing/2014/main" id="{B26BE751-0AE6-53A5-967F-1FECE2D33AEC}"/>
                      </a:ext>
                    </a:extLst>
                  </p:cNvPr>
                  <p:cNvSpPr/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solidFill>
                    <a:srgbClr val="AFEBF7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102" name="Elipse 23">
                    <a:extLst>
                      <a:ext uri="{FF2B5EF4-FFF2-40B4-BE49-F238E27FC236}">
                        <a16:creationId xmlns:a16="http://schemas.microsoft.com/office/drawing/2014/main" id="{B26BE751-0AE6-53A5-967F-1FECE2D33AE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95E59882-8695-1CC3-928F-B2CDDE84974B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95DEEE23-B007-2382-7046-BB858F7E6F4F}"/>
                  </a:ext>
                </a:extLst>
              </p:cNvPr>
              <p:cNvCxnSpPr>
                <a:cxnSpLocks/>
                <a:stCxn id="102" idx="0"/>
                <a:endCxn id="103" idx="2"/>
              </p:cNvCxnSpPr>
              <p:nvPr/>
            </p:nvCxnSpPr>
            <p:spPr>
              <a:xfrm flipH="1" flipV="1">
                <a:off x="9305751" y="4298672"/>
                <a:ext cx="1" cy="42981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0B09E681-B753-F980-F56E-EC25587AAEB5}"/>
                </a:ext>
              </a:extLst>
            </p:cNvPr>
            <p:cNvGrpSpPr/>
            <p:nvPr/>
          </p:nvGrpSpPr>
          <p:grpSpPr>
            <a:xfrm>
              <a:off x="7967931" y="2007890"/>
              <a:ext cx="1390302" cy="2682813"/>
              <a:chOff x="8610600" y="2578086"/>
              <a:chExt cx="1390302" cy="268281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Elipse 23">
                    <a:extLst>
                      <a:ext uri="{FF2B5EF4-FFF2-40B4-BE49-F238E27FC236}">
                        <a16:creationId xmlns:a16="http://schemas.microsoft.com/office/drawing/2014/main" id="{5E185FC5-D828-B133-97D7-31F77FC1A9D0}"/>
                      </a:ext>
                    </a:extLst>
                  </p:cNvPr>
                  <p:cNvSpPr/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solidFill>
                    <a:srgbClr val="AFEBF7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97" name="Elipse 23">
                    <a:extLst>
                      <a:ext uri="{FF2B5EF4-FFF2-40B4-BE49-F238E27FC236}">
                        <a16:creationId xmlns:a16="http://schemas.microsoft.com/office/drawing/2014/main" id="{5E185FC5-D828-B133-97D7-31F77FC1A9D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8" name="Rectangle: Rounded Corners 97">
                <a:extLst>
                  <a:ext uri="{FF2B5EF4-FFF2-40B4-BE49-F238E27FC236}">
                    <a16:creationId xmlns:a16="http://schemas.microsoft.com/office/drawing/2014/main" id="{B5B8DA05-45E2-E203-D01B-2A3E8F137849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Elipse 23">
                    <a:extLst>
                      <a:ext uri="{FF2B5EF4-FFF2-40B4-BE49-F238E27FC236}">
                        <a16:creationId xmlns:a16="http://schemas.microsoft.com/office/drawing/2014/main" id="{D82FC651-D0BD-5D71-FC77-A194A781001D}"/>
                      </a:ext>
                    </a:extLst>
                  </p:cNvPr>
                  <p:cNvSpPr/>
                  <p:nvPr/>
                </p:nvSpPr>
                <p:spPr>
                  <a:xfrm>
                    <a:off x="9039546" y="2578086"/>
                    <a:ext cx="532411" cy="532411"/>
                  </a:xfrm>
                  <a:prstGeom prst="ellipse">
                    <a:avLst/>
                  </a:prstGeom>
                  <a:solidFill>
                    <a:srgbClr val="FFB9FF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99" name="Elipse 23">
                    <a:extLst>
                      <a:ext uri="{FF2B5EF4-FFF2-40B4-BE49-F238E27FC236}">
                        <a16:creationId xmlns:a16="http://schemas.microsoft.com/office/drawing/2014/main" id="{D82FC651-D0BD-5D71-FC77-A194A781001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2578086"/>
                    <a:ext cx="532411" cy="532411"/>
                  </a:xfrm>
                  <a:prstGeom prst="ellipse">
                    <a:avLst/>
                  </a:prstGeom>
                  <a:blipFill>
                    <a:blip r:embed="rId18"/>
                    <a:stretch>
                      <a:fillRect l="-3846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07CD6D2F-4101-28B8-8DD8-FA2AA342352E}"/>
                  </a:ext>
                </a:extLst>
              </p:cNvPr>
              <p:cNvCxnSpPr>
                <a:cxnSpLocks/>
                <a:stCxn id="97" idx="0"/>
                <a:endCxn id="98" idx="2"/>
              </p:cNvCxnSpPr>
              <p:nvPr/>
            </p:nvCxnSpPr>
            <p:spPr>
              <a:xfrm flipH="1" flipV="1">
                <a:off x="9305751" y="4298672"/>
                <a:ext cx="1" cy="42981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7A960A66-B342-6072-3C64-AF881764F458}"/>
                  </a:ext>
                </a:extLst>
              </p:cNvPr>
              <p:cNvCxnSpPr>
                <a:cxnSpLocks/>
                <a:stCxn id="98" idx="0"/>
                <a:endCxn id="99" idx="4"/>
              </p:cNvCxnSpPr>
              <p:nvPr/>
            </p:nvCxnSpPr>
            <p:spPr>
              <a:xfrm flipV="1">
                <a:off x="9305751" y="3110497"/>
                <a:ext cx="1" cy="42981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1CE6EEB0-915A-A1F6-A840-89B58BE45A4C}"/>
                </a:ext>
              </a:extLst>
            </p:cNvPr>
            <p:cNvCxnSpPr>
              <a:cxnSpLocks/>
              <a:stCxn id="109" idx="3"/>
              <a:endCxn id="106" idx="1"/>
            </p:cNvCxnSpPr>
            <p:nvPr/>
          </p:nvCxnSpPr>
          <p:spPr>
            <a:xfrm>
              <a:off x="3617358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772792F7-2709-9941-DFE7-D8C46FEA0274}"/>
                </a:ext>
              </a:extLst>
            </p:cNvPr>
            <p:cNvCxnSpPr>
              <a:cxnSpLocks/>
              <a:stCxn id="106" idx="3"/>
              <a:endCxn id="103" idx="1"/>
            </p:cNvCxnSpPr>
            <p:nvPr/>
          </p:nvCxnSpPr>
          <p:spPr>
            <a:xfrm>
              <a:off x="5530983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68A3F7A6-724C-D0D1-A278-6D6D9A371EFC}"/>
                </a:ext>
              </a:extLst>
            </p:cNvPr>
            <p:cNvCxnSpPr>
              <a:cxnSpLocks/>
              <a:stCxn id="103" idx="3"/>
              <a:endCxn id="98" idx="1"/>
            </p:cNvCxnSpPr>
            <p:nvPr/>
          </p:nvCxnSpPr>
          <p:spPr>
            <a:xfrm>
              <a:off x="7444608" y="3348054"/>
              <a:ext cx="523323" cy="12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6811B9B9-C262-11CE-0507-C5D5C4A17D32}"/>
                    </a:ext>
                  </a:extLst>
                </p:cNvPr>
                <p:cNvSpPr txBox="1"/>
                <p:nvPr/>
              </p:nvSpPr>
              <p:spPr>
                <a:xfrm>
                  <a:off x="3550436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6811B9B9-C262-11CE-0507-C5D5C4A17D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436" y="2886389"/>
                  <a:ext cx="485339" cy="396778"/>
                </a:xfrm>
                <a:prstGeom prst="rect">
                  <a:avLst/>
                </a:prstGeom>
                <a:blipFill>
                  <a:blip r:embed="rId19"/>
                  <a:stretch>
                    <a:fillRect r="-4167" b="-1428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AEFEE67D-CEF9-7B0F-980E-D387BD9A9E0A}"/>
                    </a:ext>
                  </a:extLst>
                </p:cNvPr>
                <p:cNvSpPr txBox="1"/>
                <p:nvPr/>
              </p:nvSpPr>
              <p:spPr>
                <a:xfrm>
                  <a:off x="5487670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AEFEE67D-CEF9-7B0F-980E-D387BD9A9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7670" y="2886389"/>
                  <a:ext cx="485339" cy="396778"/>
                </a:xfrm>
                <a:prstGeom prst="rect">
                  <a:avLst/>
                </a:prstGeom>
                <a:blipFill>
                  <a:blip r:embed="rId20"/>
                  <a:stretch>
                    <a:fillRect r="-4255" b="-1428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F3EB2738-CD2A-A461-4463-1B97CB12EEE8}"/>
                    </a:ext>
                  </a:extLst>
                </p:cNvPr>
                <p:cNvSpPr txBox="1"/>
                <p:nvPr/>
              </p:nvSpPr>
              <p:spPr>
                <a:xfrm>
                  <a:off x="7377686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F3EB2738-CD2A-A461-4463-1B97CB12E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7686" y="2886389"/>
                  <a:ext cx="485339" cy="396778"/>
                </a:xfrm>
                <a:prstGeom prst="rect">
                  <a:avLst/>
                </a:prstGeom>
                <a:blipFill>
                  <a:blip r:embed="rId21"/>
                  <a:stretch>
                    <a:fillRect r="-6383" b="-1428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F233CD8-8087-DF9D-9CEF-8D0F7578630E}"/>
              </a:ext>
            </a:extLst>
          </p:cNvPr>
          <p:cNvGrpSpPr/>
          <p:nvPr/>
        </p:nvGrpSpPr>
        <p:grpSpPr>
          <a:xfrm>
            <a:off x="2619738" y="2290245"/>
            <a:ext cx="827172" cy="1727348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Elipse 23">
                  <a:extLst>
                    <a:ext uri="{FF2B5EF4-FFF2-40B4-BE49-F238E27FC236}">
                      <a16:creationId xmlns:a16="http://schemas.microsoft.com/office/drawing/2014/main" id="{B5715922-6664-F64B-D353-D9DCE08DEDDE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sz="1100" dirty="0"/>
                </a:p>
              </p:txBody>
            </p:sp>
          </mc:Choice>
          <mc:Fallback xmlns="">
            <p:sp>
              <p:nvSpPr>
                <p:cNvPr id="122" name="Elipse 23">
                  <a:extLst>
                    <a:ext uri="{FF2B5EF4-FFF2-40B4-BE49-F238E27FC236}">
                      <a16:creationId xmlns:a16="http://schemas.microsoft.com/office/drawing/2014/main" id="{B5715922-6664-F64B-D353-D9DCE08DED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6DF9C9EF-C72E-B5C8-B143-6952B6567D7B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Elipse 23">
                  <a:extLst>
                    <a:ext uri="{FF2B5EF4-FFF2-40B4-BE49-F238E27FC236}">
                      <a16:creationId xmlns:a16="http://schemas.microsoft.com/office/drawing/2014/main" id="{BDE0E98C-45EE-ED33-3A1B-7BF59DC87CDE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sz="1100" dirty="0"/>
                </a:p>
              </p:txBody>
            </p:sp>
          </mc:Choice>
          <mc:Fallback xmlns="">
            <p:sp>
              <p:nvSpPr>
                <p:cNvPr id="124" name="Elipse 23">
                  <a:extLst>
                    <a:ext uri="{FF2B5EF4-FFF2-40B4-BE49-F238E27FC236}">
                      <a16:creationId xmlns:a16="http://schemas.microsoft.com/office/drawing/2014/main" id="{BDE0E98C-45EE-ED33-3A1B-7BF59DC87C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23"/>
                  <a:stretch>
                    <a:fillRect l="-38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C0BDC3DE-5EA0-217B-531D-E92A101DF464}"/>
                </a:ext>
              </a:extLst>
            </p:cNvPr>
            <p:cNvCxnSpPr>
              <a:cxnSpLocks/>
              <a:stCxn id="122" idx="0"/>
              <a:endCxn id="123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B88364D9-A831-325B-621E-A263F9D8C64B}"/>
                </a:ext>
              </a:extLst>
            </p:cNvPr>
            <p:cNvCxnSpPr>
              <a:cxnSpLocks/>
              <a:stCxn id="123" idx="0"/>
              <a:endCxn id="124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838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611F-1159-6152-D382-D351FD7AC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Uma ideia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57988-85BA-02E9-E305-30D50E82D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tentar usar MLP para classificar o sentimento da frase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4D730-6EEC-3374-FBAD-229744BD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11</a:t>
            </a:fld>
            <a:endParaRPr lang="pt-BR"/>
          </a:p>
        </p:txBody>
      </p:sp>
      <p:sp>
        <p:nvSpPr>
          <p:cNvPr id="5" name="Elipse 23">
            <a:extLst>
              <a:ext uri="{FF2B5EF4-FFF2-40B4-BE49-F238E27FC236}">
                <a16:creationId xmlns:a16="http://schemas.microsoft.com/office/drawing/2014/main" id="{2D5A71AB-CB3C-6434-09F4-AF0FD2104BE5}"/>
              </a:ext>
            </a:extLst>
          </p:cNvPr>
          <p:cNvSpPr/>
          <p:nvPr/>
        </p:nvSpPr>
        <p:spPr>
          <a:xfrm>
            <a:off x="6568951" y="3903418"/>
            <a:ext cx="204281" cy="204281"/>
          </a:xfrm>
          <a:prstGeom prst="ellipse">
            <a:avLst/>
          </a:prstGeom>
          <a:solidFill>
            <a:srgbClr val="AFEBF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35">
            <a:extLst>
              <a:ext uri="{FF2B5EF4-FFF2-40B4-BE49-F238E27FC236}">
                <a16:creationId xmlns:a16="http://schemas.microsoft.com/office/drawing/2014/main" id="{2DA84A71-F221-9BB0-BF93-58A3215DB46E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6773232" y="4005559"/>
            <a:ext cx="1373249" cy="1618089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ector de Seta Reta 40">
            <a:extLst>
              <a:ext uri="{FF2B5EF4-FFF2-40B4-BE49-F238E27FC236}">
                <a16:creationId xmlns:a16="http://schemas.microsoft.com/office/drawing/2014/main" id="{5DB07EAB-8FC4-C9D1-05E9-B4E6F7344C16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8887204" y="4486487"/>
            <a:ext cx="517946" cy="1137161"/>
          </a:xfrm>
          <a:prstGeom prst="straightConnector1">
            <a:avLst/>
          </a:prstGeom>
          <a:ln w="28575">
            <a:solidFill>
              <a:srgbClr val="FF00FF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aixaDeTexto 53">
            <a:extLst>
              <a:ext uri="{FF2B5EF4-FFF2-40B4-BE49-F238E27FC236}">
                <a16:creationId xmlns:a16="http://schemas.microsoft.com/office/drawing/2014/main" id="{72CDCA9A-A347-F081-61E3-F884C7180F84}"/>
              </a:ext>
            </a:extLst>
          </p:cNvPr>
          <p:cNvSpPr txBox="1"/>
          <p:nvPr/>
        </p:nvSpPr>
        <p:spPr>
          <a:xfrm>
            <a:off x="5763577" y="3783623"/>
            <a:ext cx="81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“bela”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1DC3D1-C552-BBD1-394A-2C622825CDAC}"/>
                  </a:ext>
                </a:extLst>
              </p:cNvPr>
              <p:cNvSpPr txBox="1"/>
              <p:nvPr/>
            </p:nvSpPr>
            <p:spPr>
              <a:xfrm>
                <a:off x="7362317" y="2913312"/>
                <a:ext cx="555471" cy="532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/>
                        <m:sup/>
                      </m:sSubSup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1DC3D1-C552-BBD1-394A-2C622825C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317" y="2913312"/>
                <a:ext cx="555471" cy="5320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C4B40723-889D-F832-430F-2575AA5FE69A}"/>
              </a:ext>
            </a:extLst>
          </p:cNvPr>
          <p:cNvGrpSpPr/>
          <p:nvPr/>
        </p:nvGrpSpPr>
        <p:grpSpPr>
          <a:xfrm>
            <a:off x="8038817" y="2953618"/>
            <a:ext cx="805374" cy="737662"/>
            <a:chOff x="9582946" y="2474001"/>
            <a:chExt cx="805374" cy="73766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9F96898-5EB0-6108-D99E-AE061DED4290}"/>
                </a:ext>
              </a:extLst>
            </p:cNvPr>
            <p:cNvGrpSpPr/>
            <p:nvPr/>
          </p:nvGrpSpPr>
          <p:grpSpPr>
            <a:xfrm>
              <a:off x="9647515" y="2474001"/>
              <a:ext cx="740805" cy="737662"/>
              <a:chOff x="9663390" y="2474001"/>
              <a:chExt cx="740805" cy="737662"/>
            </a:xfrm>
          </p:grpSpPr>
          <p:sp>
            <p:nvSpPr>
              <p:cNvPr id="16" name="Partial Circle 15">
                <a:extLst>
                  <a:ext uri="{FF2B5EF4-FFF2-40B4-BE49-F238E27FC236}">
                    <a16:creationId xmlns:a16="http://schemas.microsoft.com/office/drawing/2014/main" id="{75B1E849-3F3C-6DD6-4236-FB2974BF6314}"/>
                  </a:ext>
                </a:extLst>
              </p:cNvPr>
              <p:cNvSpPr/>
              <p:nvPr/>
            </p:nvSpPr>
            <p:spPr>
              <a:xfrm>
                <a:off x="9663390" y="2474001"/>
                <a:ext cx="740723" cy="737662"/>
              </a:xfrm>
              <a:prstGeom prst="pie">
                <a:avLst>
                  <a:gd name="adj1" fmla="val 5365874"/>
                  <a:gd name="adj2" fmla="val 1620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Partial Circle 16">
                <a:extLst>
                  <a:ext uri="{FF2B5EF4-FFF2-40B4-BE49-F238E27FC236}">
                    <a16:creationId xmlns:a16="http://schemas.microsoft.com/office/drawing/2014/main" id="{143BB568-6BF6-FFC3-5D27-214516155040}"/>
                  </a:ext>
                </a:extLst>
              </p:cNvPr>
              <p:cNvSpPr/>
              <p:nvPr/>
            </p:nvSpPr>
            <p:spPr>
              <a:xfrm>
                <a:off x="9663472" y="2474001"/>
                <a:ext cx="740723" cy="737662"/>
              </a:xfrm>
              <a:prstGeom prst="pie">
                <a:avLst>
                  <a:gd name="adj1" fmla="val 16204423"/>
                  <a:gd name="adj2" fmla="val 5377410"/>
                </a:avLst>
              </a:prstGeom>
              <a:solidFill>
                <a:srgbClr val="FFB9FF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7309ED7-73FF-AE3C-BFBB-EB63A4EA7DCB}"/>
                    </a:ext>
                  </a:extLst>
                </p:cNvPr>
                <p:cNvSpPr txBox="1"/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pt-BR" sz="36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5ADB0B9-62F3-8553-0801-C2B61EC07A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22ACBBC-C257-1F88-86A2-89F0C9D1278E}"/>
                </a:ext>
              </a:extLst>
            </p:cNvPr>
            <p:cNvSpPr/>
            <p:nvPr/>
          </p:nvSpPr>
          <p:spPr>
            <a:xfrm>
              <a:off x="10091575" y="2745001"/>
              <a:ext cx="203229" cy="233954"/>
            </a:xfrm>
            <a:custGeom>
              <a:avLst/>
              <a:gdLst>
                <a:gd name="connsiteX0" fmla="*/ 0 w 500332"/>
                <a:gd name="connsiteY0" fmla="*/ 580347 h 580347"/>
                <a:gd name="connsiteX1" fmla="*/ 77638 w 500332"/>
                <a:gd name="connsiteY1" fmla="*/ 571720 h 580347"/>
                <a:gd name="connsiteX2" fmla="*/ 163902 w 500332"/>
                <a:gd name="connsiteY2" fmla="*/ 528588 h 580347"/>
                <a:gd name="connsiteX3" fmla="*/ 181155 w 500332"/>
                <a:gd name="connsiteY3" fmla="*/ 502709 h 580347"/>
                <a:gd name="connsiteX4" fmla="*/ 207034 w 500332"/>
                <a:gd name="connsiteY4" fmla="*/ 476830 h 580347"/>
                <a:gd name="connsiteX5" fmla="*/ 215660 w 500332"/>
                <a:gd name="connsiteY5" fmla="*/ 450950 h 580347"/>
                <a:gd name="connsiteX6" fmla="*/ 232913 w 500332"/>
                <a:gd name="connsiteY6" fmla="*/ 416445 h 580347"/>
                <a:gd name="connsiteX7" fmla="*/ 250166 w 500332"/>
                <a:gd name="connsiteY7" fmla="*/ 321554 h 580347"/>
                <a:gd name="connsiteX8" fmla="*/ 258792 w 500332"/>
                <a:gd name="connsiteY8" fmla="*/ 295675 h 580347"/>
                <a:gd name="connsiteX9" fmla="*/ 276045 w 500332"/>
                <a:gd name="connsiteY9" fmla="*/ 192158 h 580347"/>
                <a:gd name="connsiteX10" fmla="*/ 293298 w 500332"/>
                <a:gd name="connsiteY10" fmla="*/ 123147 h 580347"/>
                <a:gd name="connsiteX11" fmla="*/ 310551 w 500332"/>
                <a:gd name="connsiteY11" fmla="*/ 54135 h 580347"/>
                <a:gd name="connsiteX12" fmla="*/ 336430 w 500332"/>
                <a:gd name="connsiteY12" fmla="*/ 19630 h 580347"/>
                <a:gd name="connsiteX13" fmla="*/ 500332 w 500332"/>
                <a:gd name="connsiteY13" fmla="*/ 2377 h 58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0332" h="580347">
                  <a:moveTo>
                    <a:pt x="0" y="580347"/>
                  </a:moveTo>
                  <a:cubicBezTo>
                    <a:pt x="25879" y="577471"/>
                    <a:pt x="52177" y="577176"/>
                    <a:pt x="77638" y="571720"/>
                  </a:cubicBezTo>
                  <a:cubicBezTo>
                    <a:pt x="108074" y="565198"/>
                    <a:pt x="138095" y="544072"/>
                    <a:pt x="163902" y="528588"/>
                  </a:cubicBezTo>
                  <a:cubicBezTo>
                    <a:pt x="169653" y="519962"/>
                    <a:pt x="174518" y="510674"/>
                    <a:pt x="181155" y="502709"/>
                  </a:cubicBezTo>
                  <a:cubicBezTo>
                    <a:pt x="188965" y="493337"/>
                    <a:pt x="200267" y="486981"/>
                    <a:pt x="207034" y="476830"/>
                  </a:cubicBezTo>
                  <a:cubicBezTo>
                    <a:pt x="212078" y="469264"/>
                    <a:pt x="212078" y="459308"/>
                    <a:pt x="215660" y="450950"/>
                  </a:cubicBezTo>
                  <a:cubicBezTo>
                    <a:pt x="220725" y="439130"/>
                    <a:pt x="227162" y="427947"/>
                    <a:pt x="232913" y="416445"/>
                  </a:cubicBezTo>
                  <a:cubicBezTo>
                    <a:pt x="236757" y="393382"/>
                    <a:pt x="244140" y="345660"/>
                    <a:pt x="250166" y="321554"/>
                  </a:cubicBezTo>
                  <a:cubicBezTo>
                    <a:pt x="252371" y="312733"/>
                    <a:pt x="255917" y="304301"/>
                    <a:pt x="258792" y="295675"/>
                  </a:cubicBezTo>
                  <a:cubicBezTo>
                    <a:pt x="265118" y="251399"/>
                    <a:pt x="266587" y="233145"/>
                    <a:pt x="276045" y="192158"/>
                  </a:cubicBezTo>
                  <a:cubicBezTo>
                    <a:pt x="281377" y="169054"/>
                    <a:pt x="288648" y="146398"/>
                    <a:pt x="293298" y="123147"/>
                  </a:cubicBezTo>
                  <a:cubicBezTo>
                    <a:pt x="295483" y="112221"/>
                    <a:pt x="302388" y="68420"/>
                    <a:pt x="310551" y="54135"/>
                  </a:cubicBezTo>
                  <a:cubicBezTo>
                    <a:pt x="317684" y="41652"/>
                    <a:pt x="324467" y="27605"/>
                    <a:pt x="336430" y="19630"/>
                  </a:cubicBezTo>
                  <a:cubicBezTo>
                    <a:pt x="380041" y="-9444"/>
                    <a:pt x="459642" y="2377"/>
                    <a:pt x="500332" y="2377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18" name="Conector de Seta Reta 35">
            <a:extLst>
              <a:ext uri="{FF2B5EF4-FFF2-40B4-BE49-F238E27FC236}">
                <a16:creationId xmlns:a16="http://schemas.microsoft.com/office/drawing/2014/main" id="{DC3C75F1-73C2-3C77-D57E-A180380CC455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6773232" y="4005559"/>
            <a:ext cx="1330154" cy="488067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35">
            <a:extLst>
              <a:ext uri="{FF2B5EF4-FFF2-40B4-BE49-F238E27FC236}">
                <a16:creationId xmlns:a16="http://schemas.microsoft.com/office/drawing/2014/main" id="{194B3521-3E8D-B733-F12A-FDD53A983088}"/>
              </a:ext>
            </a:extLst>
          </p:cNvPr>
          <p:cNvCxnSpPr>
            <a:cxnSpLocks/>
            <a:stCxn id="5" idx="6"/>
            <a:endCxn id="14" idx="1"/>
          </p:cNvCxnSpPr>
          <p:nvPr/>
        </p:nvCxnSpPr>
        <p:spPr>
          <a:xfrm flipV="1">
            <a:off x="6773232" y="3347272"/>
            <a:ext cx="1265585" cy="658287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40">
            <a:extLst>
              <a:ext uri="{FF2B5EF4-FFF2-40B4-BE49-F238E27FC236}">
                <a16:creationId xmlns:a16="http://schemas.microsoft.com/office/drawing/2014/main" id="{803BFABD-F588-71F2-9A08-FFA1731ED4B5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8874046" y="4472900"/>
            <a:ext cx="531104" cy="13587"/>
          </a:xfrm>
          <a:prstGeom prst="straightConnector1">
            <a:avLst/>
          </a:prstGeom>
          <a:ln w="28575">
            <a:solidFill>
              <a:srgbClr val="FF00FF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40">
            <a:extLst>
              <a:ext uri="{FF2B5EF4-FFF2-40B4-BE49-F238E27FC236}">
                <a16:creationId xmlns:a16="http://schemas.microsoft.com/office/drawing/2014/main" id="{06FF9759-D98E-FAD0-7F35-6E93B8AEB642}"/>
              </a:ext>
            </a:extLst>
          </p:cNvPr>
          <p:cNvCxnSpPr>
            <a:cxnSpLocks/>
            <a:stCxn id="17" idx="0"/>
            <a:endCxn id="42" idx="1"/>
          </p:cNvCxnSpPr>
          <p:nvPr/>
        </p:nvCxnSpPr>
        <p:spPr>
          <a:xfrm>
            <a:off x="8844191" y="3322449"/>
            <a:ext cx="560959" cy="1164038"/>
          </a:xfrm>
          <a:prstGeom prst="straightConnector1">
            <a:avLst/>
          </a:prstGeom>
          <a:ln w="28575">
            <a:solidFill>
              <a:srgbClr val="FF00FF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Elipse 23">
            <a:extLst>
              <a:ext uri="{FF2B5EF4-FFF2-40B4-BE49-F238E27FC236}">
                <a16:creationId xmlns:a16="http://schemas.microsoft.com/office/drawing/2014/main" id="{C6EF8B36-8CFC-1AA9-81AD-C84C5EBD6FE2}"/>
              </a:ext>
            </a:extLst>
          </p:cNvPr>
          <p:cNvSpPr/>
          <p:nvPr/>
        </p:nvSpPr>
        <p:spPr>
          <a:xfrm>
            <a:off x="6560159" y="4642843"/>
            <a:ext cx="204281" cy="204281"/>
          </a:xfrm>
          <a:prstGeom prst="ellipse">
            <a:avLst/>
          </a:prstGeom>
          <a:solidFill>
            <a:srgbClr val="AFEBF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4" name="Conector de Seta Reta 35">
            <a:extLst>
              <a:ext uri="{FF2B5EF4-FFF2-40B4-BE49-F238E27FC236}">
                <a16:creationId xmlns:a16="http://schemas.microsoft.com/office/drawing/2014/main" id="{26A2DB04-8465-D003-C6B6-32B81EE599B3}"/>
              </a:ext>
            </a:extLst>
          </p:cNvPr>
          <p:cNvCxnSpPr>
            <a:cxnSpLocks/>
            <a:stCxn id="22" idx="6"/>
            <a:endCxn id="14" idx="1"/>
          </p:cNvCxnSpPr>
          <p:nvPr/>
        </p:nvCxnSpPr>
        <p:spPr>
          <a:xfrm flipV="1">
            <a:off x="6764440" y="3347272"/>
            <a:ext cx="1274377" cy="1397712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de Seta Reta 35">
            <a:extLst>
              <a:ext uri="{FF2B5EF4-FFF2-40B4-BE49-F238E27FC236}">
                <a16:creationId xmlns:a16="http://schemas.microsoft.com/office/drawing/2014/main" id="{70939387-402E-487D-EBB8-334A777BC7C7}"/>
              </a:ext>
            </a:extLst>
          </p:cNvPr>
          <p:cNvCxnSpPr>
            <a:cxnSpLocks/>
            <a:stCxn id="22" idx="6"/>
          </p:cNvCxnSpPr>
          <p:nvPr/>
        </p:nvCxnSpPr>
        <p:spPr>
          <a:xfrm flipV="1">
            <a:off x="6764440" y="4493626"/>
            <a:ext cx="1338946" cy="251358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de Seta Reta 35">
            <a:extLst>
              <a:ext uri="{FF2B5EF4-FFF2-40B4-BE49-F238E27FC236}">
                <a16:creationId xmlns:a16="http://schemas.microsoft.com/office/drawing/2014/main" id="{6B3C8FE9-4AA3-3918-76AE-904740CF2A1F}"/>
              </a:ext>
            </a:extLst>
          </p:cNvPr>
          <p:cNvCxnSpPr>
            <a:cxnSpLocks/>
            <a:stCxn id="22" idx="6"/>
            <a:endCxn id="35" idx="1"/>
          </p:cNvCxnSpPr>
          <p:nvPr/>
        </p:nvCxnSpPr>
        <p:spPr>
          <a:xfrm>
            <a:off x="6764440" y="4744984"/>
            <a:ext cx="1327967" cy="860598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ACB2C1B-EB0F-B8A6-9B5E-69D260051ECE}"/>
              </a:ext>
            </a:extLst>
          </p:cNvPr>
          <p:cNvGrpSpPr/>
          <p:nvPr/>
        </p:nvGrpSpPr>
        <p:grpSpPr>
          <a:xfrm>
            <a:off x="8054509" y="4112080"/>
            <a:ext cx="805374" cy="737662"/>
            <a:chOff x="9582946" y="2474001"/>
            <a:chExt cx="805374" cy="73766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0662698-0333-66AB-9367-DE6F37D9E859}"/>
                </a:ext>
              </a:extLst>
            </p:cNvPr>
            <p:cNvGrpSpPr/>
            <p:nvPr/>
          </p:nvGrpSpPr>
          <p:grpSpPr>
            <a:xfrm>
              <a:off x="9647515" y="2474001"/>
              <a:ext cx="740805" cy="737662"/>
              <a:chOff x="9663390" y="2474001"/>
              <a:chExt cx="740805" cy="737662"/>
            </a:xfrm>
          </p:grpSpPr>
          <p:sp>
            <p:nvSpPr>
              <p:cNvPr id="31" name="Partial Circle 30">
                <a:extLst>
                  <a:ext uri="{FF2B5EF4-FFF2-40B4-BE49-F238E27FC236}">
                    <a16:creationId xmlns:a16="http://schemas.microsoft.com/office/drawing/2014/main" id="{AF42B522-1984-BDC2-F766-EEEECD6B8916}"/>
                  </a:ext>
                </a:extLst>
              </p:cNvPr>
              <p:cNvSpPr/>
              <p:nvPr/>
            </p:nvSpPr>
            <p:spPr>
              <a:xfrm>
                <a:off x="9663390" y="2474001"/>
                <a:ext cx="740723" cy="737662"/>
              </a:xfrm>
              <a:prstGeom prst="pie">
                <a:avLst>
                  <a:gd name="adj1" fmla="val 5365874"/>
                  <a:gd name="adj2" fmla="val 1620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Partial Circle 31">
                <a:extLst>
                  <a:ext uri="{FF2B5EF4-FFF2-40B4-BE49-F238E27FC236}">
                    <a16:creationId xmlns:a16="http://schemas.microsoft.com/office/drawing/2014/main" id="{FB8388AB-EAD7-3A7A-E195-8808C5763E23}"/>
                  </a:ext>
                </a:extLst>
              </p:cNvPr>
              <p:cNvSpPr/>
              <p:nvPr/>
            </p:nvSpPr>
            <p:spPr>
              <a:xfrm>
                <a:off x="9663472" y="2474001"/>
                <a:ext cx="740723" cy="737662"/>
              </a:xfrm>
              <a:prstGeom prst="pie">
                <a:avLst>
                  <a:gd name="adj1" fmla="val 16204423"/>
                  <a:gd name="adj2" fmla="val 5377410"/>
                </a:avLst>
              </a:prstGeom>
              <a:solidFill>
                <a:srgbClr val="FFB9FF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9667852-5102-99BA-9EA1-281828269EA4}"/>
                    </a:ext>
                  </a:extLst>
                </p:cNvPr>
                <p:cNvSpPr txBox="1"/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pt-BR" sz="3600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71004B3-B65A-98D5-4722-837210B19C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87C2928-EC8A-CEF0-5C99-4A58D2357DD2}"/>
                </a:ext>
              </a:extLst>
            </p:cNvPr>
            <p:cNvSpPr/>
            <p:nvPr/>
          </p:nvSpPr>
          <p:spPr>
            <a:xfrm>
              <a:off x="10091575" y="2745001"/>
              <a:ext cx="203229" cy="233954"/>
            </a:xfrm>
            <a:custGeom>
              <a:avLst/>
              <a:gdLst>
                <a:gd name="connsiteX0" fmla="*/ 0 w 500332"/>
                <a:gd name="connsiteY0" fmla="*/ 580347 h 580347"/>
                <a:gd name="connsiteX1" fmla="*/ 77638 w 500332"/>
                <a:gd name="connsiteY1" fmla="*/ 571720 h 580347"/>
                <a:gd name="connsiteX2" fmla="*/ 163902 w 500332"/>
                <a:gd name="connsiteY2" fmla="*/ 528588 h 580347"/>
                <a:gd name="connsiteX3" fmla="*/ 181155 w 500332"/>
                <a:gd name="connsiteY3" fmla="*/ 502709 h 580347"/>
                <a:gd name="connsiteX4" fmla="*/ 207034 w 500332"/>
                <a:gd name="connsiteY4" fmla="*/ 476830 h 580347"/>
                <a:gd name="connsiteX5" fmla="*/ 215660 w 500332"/>
                <a:gd name="connsiteY5" fmla="*/ 450950 h 580347"/>
                <a:gd name="connsiteX6" fmla="*/ 232913 w 500332"/>
                <a:gd name="connsiteY6" fmla="*/ 416445 h 580347"/>
                <a:gd name="connsiteX7" fmla="*/ 250166 w 500332"/>
                <a:gd name="connsiteY7" fmla="*/ 321554 h 580347"/>
                <a:gd name="connsiteX8" fmla="*/ 258792 w 500332"/>
                <a:gd name="connsiteY8" fmla="*/ 295675 h 580347"/>
                <a:gd name="connsiteX9" fmla="*/ 276045 w 500332"/>
                <a:gd name="connsiteY9" fmla="*/ 192158 h 580347"/>
                <a:gd name="connsiteX10" fmla="*/ 293298 w 500332"/>
                <a:gd name="connsiteY10" fmla="*/ 123147 h 580347"/>
                <a:gd name="connsiteX11" fmla="*/ 310551 w 500332"/>
                <a:gd name="connsiteY11" fmla="*/ 54135 h 580347"/>
                <a:gd name="connsiteX12" fmla="*/ 336430 w 500332"/>
                <a:gd name="connsiteY12" fmla="*/ 19630 h 580347"/>
                <a:gd name="connsiteX13" fmla="*/ 500332 w 500332"/>
                <a:gd name="connsiteY13" fmla="*/ 2377 h 58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0332" h="580347">
                  <a:moveTo>
                    <a:pt x="0" y="580347"/>
                  </a:moveTo>
                  <a:cubicBezTo>
                    <a:pt x="25879" y="577471"/>
                    <a:pt x="52177" y="577176"/>
                    <a:pt x="77638" y="571720"/>
                  </a:cubicBezTo>
                  <a:cubicBezTo>
                    <a:pt x="108074" y="565198"/>
                    <a:pt x="138095" y="544072"/>
                    <a:pt x="163902" y="528588"/>
                  </a:cubicBezTo>
                  <a:cubicBezTo>
                    <a:pt x="169653" y="519962"/>
                    <a:pt x="174518" y="510674"/>
                    <a:pt x="181155" y="502709"/>
                  </a:cubicBezTo>
                  <a:cubicBezTo>
                    <a:pt x="188965" y="493337"/>
                    <a:pt x="200267" y="486981"/>
                    <a:pt x="207034" y="476830"/>
                  </a:cubicBezTo>
                  <a:cubicBezTo>
                    <a:pt x="212078" y="469264"/>
                    <a:pt x="212078" y="459308"/>
                    <a:pt x="215660" y="450950"/>
                  </a:cubicBezTo>
                  <a:cubicBezTo>
                    <a:pt x="220725" y="439130"/>
                    <a:pt x="227162" y="427947"/>
                    <a:pt x="232913" y="416445"/>
                  </a:cubicBezTo>
                  <a:cubicBezTo>
                    <a:pt x="236757" y="393382"/>
                    <a:pt x="244140" y="345660"/>
                    <a:pt x="250166" y="321554"/>
                  </a:cubicBezTo>
                  <a:cubicBezTo>
                    <a:pt x="252371" y="312733"/>
                    <a:pt x="255917" y="304301"/>
                    <a:pt x="258792" y="295675"/>
                  </a:cubicBezTo>
                  <a:cubicBezTo>
                    <a:pt x="265118" y="251399"/>
                    <a:pt x="266587" y="233145"/>
                    <a:pt x="276045" y="192158"/>
                  </a:cubicBezTo>
                  <a:cubicBezTo>
                    <a:pt x="281377" y="169054"/>
                    <a:pt x="288648" y="146398"/>
                    <a:pt x="293298" y="123147"/>
                  </a:cubicBezTo>
                  <a:cubicBezTo>
                    <a:pt x="295483" y="112221"/>
                    <a:pt x="302388" y="68420"/>
                    <a:pt x="310551" y="54135"/>
                  </a:cubicBezTo>
                  <a:cubicBezTo>
                    <a:pt x="317684" y="41652"/>
                    <a:pt x="324467" y="27605"/>
                    <a:pt x="336430" y="19630"/>
                  </a:cubicBezTo>
                  <a:cubicBezTo>
                    <a:pt x="380041" y="-9444"/>
                    <a:pt x="459642" y="2377"/>
                    <a:pt x="500332" y="2377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B8954E8-5FF0-3AAD-0DB4-F1863D022380}"/>
              </a:ext>
            </a:extLst>
          </p:cNvPr>
          <p:cNvGrpSpPr/>
          <p:nvPr/>
        </p:nvGrpSpPr>
        <p:grpSpPr>
          <a:xfrm>
            <a:off x="8092407" y="5211928"/>
            <a:ext cx="805374" cy="737662"/>
            <a:chOff x="9582946" y="2474001"/>
            <a:chExt cx="805374" cy="737662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020CDB7-6DC8-9598-4990-38965F2BD328}"/>
                </a:ext>
              </a:extLst>
            </p:cNvPr>
            <p:cNvGrpSpPr/>
            <p:nvPr/>
          </p:nvGrpSpPr>
          <p:grpSpPr>
            <a:xfrm>
              <a:off x="9647515" y="2474001"/>
              <a:ext cx="740805" cy="737662"/>
              <a:chOff x="9663390" y="2474001"/>
              <a:chExt cx="740805" cy="737662"/>
            </a:xfrm>
          </p:grpSpPr>
          <p:sp>
            <p:nvSpPr>
              <p:cNvPr id="37" name="Partial Circle 36">
                <a:extLst>
                  <a:ext uri="{FF2B5EF4-FFF2-40B4-BE49-F238E27FC236}">
                    <a16:creationId xmlns:a16="http://schemas.microsoft.com/office/drawing/2014/main" id="{CA72E1F0-B16C-5AC9-BE4C-CA4E3D570F29}"/>
                  </a:ext>
                </a:extLst>
              </p:cNvPr>
              <p:cNvSpPr/>
              <p:nvPr/>
            </p:nvSpPr>
            <p:spPr>
              <a:xfrm>
                <a:off x="9663390" y="2474001"/>
                <a:ext cx="740723" cy="737662"/>
              </a:xfrm>
              <a:prstGeom prst="pie">
                <a:avLst>
                  <a:gd name="adj1" fmla="val 5365874"/>
                  <a:gd name="adj2" fmla="val 1620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Partial Circle 37">
                <a:extLst>
                  <a:ext uri="{FF2B5EF4-FFF2-40B4-BE49-F238E27FC236}">
                    <a16:creationId xmlns:a16="http://schemas.microsoft.com/office/drawing/2014/main" id="{B6BE0B21-1F1A-B02A-DDF3-A3AD0B19A533}"/>
                  </a:ext>
                </a:extLst>
              </p:cNvPr>
              <p:cNvSpPr/>
              <p:nvPr/>
            </p:nvSpPr>
            <p:spPr>
              <a:xfrm>
                <a:off x="9663472" y="2474001"/>
                <a:ext cx="740723" cy="737662"/>
              </a:xfrm>
              <a:prstGeom prst="pie">
                <a:avLst>
                  <a:gd name="adj1" fmla="val 16204423"/>
                  <a:gd name="adj2" fmla="val 5377410"/>
                </a:avLst>
              </a:prstGeom>
              <a:solidFill>
                <a:srgbClr val="FFB9FF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E974932-36C5-1D3E-B1EA-936C527CC681}"/>
                    </a:ext>
                  </a:extLst>
                </p:cNvPr>
                <p:cNvSpPr txBox="1"/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pt-BR" sz="36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8D0E09B5-1C94-17BF-2C48-ED445EB6E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5340305-8222-D7EF-AB37-0AA75A99D9ED}"/>
                </a:ext>
              </a:extLst>
            </p:cNvPr>
            <p:cNvSpPr/>
            <p:nvPr/>
          </p:nvSpPr>
          <p:spPr>
            <a:xfrm>
              <a:off x="10091575" y="2745001"/>
              <a:ext cx="203229" cy="233954"/>
            </a:xfrm>
            <a:custGeom>
              <a:avLst/>
              <a:gdLst>
                <a:gd name="connsiteX0" fmla="*/ 0 w 500332"/>
                <a:gd name="connsiteY0" fmla="*/ 580347 h 580347"/>
                <a:gd name="connsiteX1" fmla="*/ 77638 w 500332"/>
                <a:gd name="connsiteY1" fmla="*/ 571720 h 580347"/>
                <a:gd name="connsiteX2" fmla="*/ 163902 w 500332"/>
                <a:gd name="connsiteY2" fmla="*/ 528588 h 580347"/>
                <a:gd name="connsiteX3" fmla="*/ 181155 w 500332"/>
                <a:gd name="connsiteY3" fmla="*/ 502709 h 580347"/>
                <a:gd name="connsiteX4" fmla="*/ 207034 w 500332"/>
                <a:gd name="connsiteY4" fmla="*/ 476830 h 580347"/>
                <a:gd name="connsiteX5" fmla="*/ 215660 w 500332"/>
                <a:gd name="connsiteY5" fmla="*/ 450950 h 580347"/>
                <a:gd name="connsiteX6" fmla="*/ 232913 w 500332"/>
                <a:gd name="connsiteY6" fmla="*/ 416445 h 580347"/>
                <a:gd name="connsiteX7" fmla="*/ 250166 w 500332"/>
                <a:gd name="connsiteY7" fmla="*/ 321554 h 580347"/>
                <a:gd name="connsiteX8" fmla="*/ 258792 w 500332"/>
                <a:gd name="connsiteY8" fmla="*/ 295675 h 580347"/>
                <a:gd name="connsiteX9" fmla="*/ 276045 w 500332"/>
                <a:gd name="connsiteY9" fmla="*/ 192158 h 580347"/>
                <a:gd name="connsiteX10" fmla="*/ 293298 w 500332"/>
                <a:gd name="connsiteY10" fmla="*/ 123147 h 580347"/>
                <a:gd name="connsiteX11" fmla="*/ 310551 w 500332"/>
                <a:gd name="connsiteY11" fmla="*/ 54135 h 580347"/>
                <a:gd name="connsiteX12" fmla="*/ 336430 w 500332"/>
                <a:gd name="connsiteY12" fmla="*/ 19630 h 580347"/>
                <a:gd name="connsiteX13" fmla="*/ 500332 w 500332"/>
                <a:gd name="connsiteY13" fmla="*/ 2377 h 58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0332" h="580347">
                  <a:moveTo>
                    <a:pt x="0" y="580347"/>
                  </a:moveTo>
                  <a:cubicBezTo>
                    <a:pt x="25879" y="577471"/>
                    <a:pt x="52177" y="577176"/>
                    <a:pt x="77638" y="571720"/>
                  </a:cubicBezTo>
                  <a:cubicBezTo>
                    <a:pt x="108074" y="565198"/>
                    <a:pt x="138095" y="544072"/>
                    <a:pt x="163902" y="528588"/>
                  </a:cubicBezTo>
                  <a:cubicBezTo>
                    <a:pt x="169653" y="519962"/>
                    <a:pt x="174518" y="510674"/>
                    <a:pt x="181155" y="502709"/>
                  </a:cubicBezTo>
                  <a:cubicBezTo>
                    <a:pt x="188965" y="493337"/>
                    <a:pt x="200267" y="486981"/>
                    <a:pt x="207034" y="476830"/>
                  </a:cubicBezTo>
                  <a:cubicBezTo>
                    <a:pt x="212078" y="469264"/>
                    <a:pt x="212078" y="459308"/>
                    <a:pt x="215660" y="450950"/>
                  </a:cubicBezTo>
                  <a:cubicBezTo>
                    <a:pt x="220725" y="439130"/>
                    <a:pt x="227162" y="427947"/>
                    <a:pt x="232913" y="416445"/>
                  </a:cubicBezTo>
                  <a:cubicBezTo>
                    <a:pt x="236757" y="393382"/>
                    <a:pt x="244140" y="345660"/>
                    <a:pt x="250166" y="321554"/>
                  </a:cubicBezTo>
                  <a:cubicBezTo>
                    <a:pt x="252371" y="312733"/>
                    <a:pt x="255917" y="304301"/>
                    <a:pt x="258792" y="295675"/>
                  </a:cubicBezTo>
                  <a:cubicBezTo>
                    <a:pt x="265118" y="251399"/>
                    <a:pt x="266587" y="233145"/>
                    <a:pt x="276045" y="192158"/>
                  </a:cubicBezTo>
                  <a:cubicBezTo>
                    <a:pt x="281377" y="169054"/>
                    <a:pt x="288648" y="146398"/>
                    <a:pt x="293298" y="123147"/>
                  </a:cubicBezTo>
                  <a:cubicBezTo>
                    <a:pt x="295483" y="112221"/>
                    <a:pt x="302388" y="68420"/>
                    <a:pt x="310551" y="54135"/>
                  </a:cubicBezTo>
                  <a:cubicBezTo>
                    <a:pt x="317684" y="41652"/>
                    <a:pt x="324467" y="27605"/>
                    <a:pt x="336430" y="19630"/>
                  </a:cubicBezTo>
                  <a:cubicBezTo>
                    <a:pt x="380041" y="-9444"/>
                    <a:pt x="459642" y="2377"/>
                    <a:pt x="500332" y="2377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8B32737-8286-24E7-A500-EBE3848C9308}"/>
              </a:ext>
            </a:extLst>
          </p:cNvPr>
          <p:cNvGrpSpPr/>
          <p:nvPr/>
        </p:nvGrpSpPr>
        <p:grpSpPr>
          <a:xfrm>
            <a:off x="9405150" y="4092833"/>
            <a:ext cx="805374" cy="737662"/>
            <a:chOff x="9582946" y="2474001"/>
            <a:chExt cx="805374" cy="73766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FC31024-320F-F74F-3EF3-0662D59BFA38}"/>
                </a:ext>
              </a:extLst>
            </p:cNvPr>
            <p:cNvGrpSpPr/>
            <p:nvPr/>
          </p:nvGrpSpPr>
          <p:grpSpPr>
            <a:xfrm>
              <a:off x="9647515" y="2474001"/>
              <a:ext cx="740805" cy="737662"/>
              <a:chOff x="9663390" y="2474001"/>
              <a:chExt cx="740805" cy="737662"/>
            </a:xfrm>
          </p:grpSpPr>
          <p:sp>
            <p:nvSpPr>
              <p:cNvPr id="44" name="Partial Circle 43">
                <a:extLst>
                  <a:ext uri="{FF2B5EF4-FFF2-40B4-BE49-F238E27FC236}">
                    <a16:creationId xmlns:a16="http://schemas.microsoft.com/office/drawing/2014/main" id="{203983E5-6E18-D446-A3CD-4A62F8AB3DA7}"/>
                  </a:ext>
                </a:extLst>
              </p:cNvPr>
              <p:cNvSpPr/>
              <p:nvPr/>
            </p:nvSpPr>
            <p:spPr>
              <a:xfrm>
                <a:off x="9663390" y="2474001"/>
                <a:ext cx="740723" cy="737662"/>
              </a:xfrm>
              <a:prstGeom prst="pie">
                <a:avLst>
                  <a:gd name="adj1" fmla="val 5365874"/>
                  <a:gd name="adj2" fmla="val 1620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Partial Circle 44">
                <a:extLst>
                  <a:ext uri="{FF2B5EF4-FFF2-40B4-BE49-F238E27FC236}">
                    <a16:creationId xmlns:a16="http://schemas.microsoft.com/office/drawing/2014/main" id="{654F035D-E00B-2282-98B0-C241EFFE7C80}"/>
                  </a:ext>
                </a:extLst>
              </p:cNvPr>
              <p:cNvSpPr/>
              <p:nvPr/>
            </p:nvSpPr>
            <p:spPr>
              <a:xfrm>
                <a:off x="9663472" y="2474001"/>
                <a:ext cx="740723" cy="737662"/>
              </a:xfrm>
              <a:prstGeom prst="pie">
                <a:avLst>
                  <a:gd name="adj1" fmla="val 16204423"/>
                  <a:gd name="adj2" fmla="val 5377410"/>
                </a:avLst>
              </a:prstGeom>
              <a:solidFill>
                <a:srgbClr val="FFB9FF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E61BA535-9935-BCC6-2742-7FD6F9C1A579}"/>
                    </a:ext>
                  </a:extLst>
                </p:cNvPr>
                <p:cNvSpPr txBox="1"/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pt-BR" sz="36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5ADB0B9-62F3-8553-0801-C2B61EC07A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468064B-B909-902B-7DDF-7226A4C3B4A8}"/>
                </a:ext>
              </a:extLst>
            </p:cNvPr>
            <p:cNvSpPr/>
            <p:nvPr/>
          </p:nvSpPr>
          <p:spPr>
            <a:xfrm>
              <a:off x="10091575" y="2745001"/>
              <a:ext cx="203229" cy="233954"/>
            </a:xfrm>
            <a:custGeom>
              <a:avLst/>
              <a:gdLst>
                <a:gd name="connsiteX0" fmla="*/ 0 w 500332"/>
                <a:gd name="connsiteY0" fmla="*/ 580347 h 580347"/>
                <a:gd name="connsiteX1" fmla="*/ 77638 w 500332"/>
                <a:gd name="connsiteY1" fmla="*/ 571720 h 580347"/>
                <a:gd name="connsiteX2" fmla="*/ 163902 w 500332"/>
                <a:gd name="connsiteY2" fmla="*/ 528588 h 580347"/>
                <a:gd name="connsiteX3" fmla="*/ 181155 w 500332"/>
                <a:gd name="connsiteY3" fmla="*/ 502709 h 580347"/>
                <a:gd name="connsiteX4" fmla="*/ 207034 w 500332"/>
                <a:gd name="connsiteY4" fmla="*/ 476830 h 580347"/>
                <a:gd name="connsiteX5" fmla="*/ 215660 w 500332"/>
                <a:gd name="connsiteY5" fmla="*/ 450950 h 580347"/>
                <a:gd name="connsiteX6" fmla="*/ 232913 w 500332"/>
                <a:gd name="connsiteY6" fmla="*/ 416445 h 580347"/>
                <a:gd name="connsiteX7" fmla="*/ 250166 w 500332"/>
                <a:gd name="connsiteY7" fmla="*/ 321554 h 580347"/>
                <a:gd name="connsiteX8" fmla="*/ 258792 w 500332"/>
                <a:gd name="connsiteY8" fmla="*/ 295675 h 580347"/>
                <a:gd name="connsiteX9" fmla="*/ 276045 w 500332"/>
                <a:gd name="connsiteY9" fmla="*/ 192158 h 580347"/>
                <a:gd name="connsiteX10" fmla="*/ 293298 w 500332"/>
                <a:gd name="connsiteY10" fmla="*/ 123147 h 580347"/>
                <a:gd name="connsiteX11" fmla="*/ 310551 w 500332"/>
                <a:gd name="connsiteY11" fmla="*/ 54135 h 580347"/>
                <a:gd name="connsiteX12" fmla="*/ 336430 w 500332"/>
                <a:gd name="connsiteY12" fmla="*/ 19630 h 580347"/>
                <a:gd name="connsiteX13" fmla="*/ 500332 w 500332"/>
                <a:gd name="connsiteY13" fmla="*/ 2377 h 58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0332" h="580347">
                  <a:moveTo>
                    <a:pt x="0" y="580347"/>
                  </a:moveTo>
                  <a:cubicBezTo>
                    <a:pt x="25879" y="577471"/>
                    <a:pt x="52177" y="577176"/>
                    <a:pt x="77638" y="571720"/>
                  </a:cubicBezTo>
                  <a:cubicBezTo>
                    <a:pt x="108074" y="565198"/>
                    <a:pt x="138095" y="544072"/>
                    <a:pt x="163902" y="528588"/>
                  </a:cubicBezTo>
                  <a:cubicBezTo>
                    <a:pt x="169653" y="519962"/>
                    <a:pt x="174518" y="510674"/>
                    <a:pt x="181155" y="502709"/>
                  </a:cubicBezTo>
                  <a:cubicBezTo>
                    <a:pt x="188965" y="493337"/>
                    <a:pt x="200267" y="486981"/>
                    <a:pt x="207034" y="476830"/>
                  </a:cubicBezTo>
                  <a:cubicBezTo>
                    <a:pt x="212078" y="469264"/>
                    <a:pt x="212078" y="459308"/>
                    <a:pt x="215660" y="450950"/>
                  </a:cubicBezTo>
                  <a:cubicBezTo>
                    <a:pt x="220725" y="439130"/>
                    <a:pt x="227162" y="427947"/>
                    <a:pt x="232913" y="416445"/>
                  </a:cubicBezTo>
                  <a:cubicBezTo>
                    <a:pt x="236757" y="393382"/>
                    <a:pt x="244140" y="345660"/>
                    <a:pt x="250166" y="321554"/>
                  </a:cubicBezTo>
                  <a:cubicBezTo>
                    <a:pt x="252371" y="312733"/>
                    <a:pt x="255917" y="304301"/>
                    <a:pt x="258792" y="295675"/>
                  </a:cubicBezTo>
                  <a:cubicBezTo>
                    <a:pt x="265118" y="251399"/>
                    <a:pt x="266587" y="233145"/>
                    <a:pt x="276045" y="192158"/>
                  </a:cubicBezTo>
                  <a:cubicBezTo>
                    <a:pt x="281377" y="169054"/>
                    <a:pt x="288648" y="146398"/>
                    <a:pt x="293298" y="123147"/>
                  </a:cubicBezTo>
                  <a:cubicBezTo>
                    <a:pt x="295483" y="112221"/>
                    <a:pt x="302388" y="68420"/>
                    <a:pt x="310551" y="54135"/>
                  </a:cubicBezTo>
                  <a:cubicBezTo>
                    <a:pt x="317684" y="41652"/>
                    <a:pt x="324467" y="27605"/>
                    <a:pt x="336430" y="19630"/>
                  </a:cubicBezTo>
                  <a:cubicBezTo>
                    <a:pt x="380041" y="-9444"/>
                    <a:pt x="459642" y="2377"/>
                    <a:pt x="500332" y="2377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46" name="Conector de Seta Reta 40">
            <a:extLst>
              <a:ext uri="{FF2B5EF4-FFF2-40B4-BE49-F238E27FC236}">
                <a16:creationId xmlns:a16="http://schemas.microsoft.com/office/drawing/2014/main" id="{6AB7066C-9D9F-F4DA-5006-6E3F3CF6053E}"/>
              </a:ext>
            </a:extLst>
          </p:cNvPr>
          <p:cNvCxnSpPr>
            <a:cxnSpLocks/>
            <a:stCxn id="45" idx="0"/>
          </p:cNvCxnSpPr>
          <p:nvPr/>
        </p:nvCxnSpPr>
        <p:spPr>
          <a:xfrm>
            <a:off x="10210524" y="4461664"/>
            <a:ext cx="234976" cy="0"/>
          </a:xfrm>
          <a:prstGeom prst="straightConnector1">
            <a:avLst/>
          </a:prstGeom>
          <a:ln w="28575">
            <a:solidFill>
              <a:srgbClr val="FF00FF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CaixaDeTexto 53">
            <a:extLst>
              <a:ext uri="{FF2B5EF4-FFF2-40B4-BE49-F238E27FC236}">
                <a16:creationId xmlns:a16="http://schemas.microsoft.com/office/drawing/2014/main" id="{8F764AED-179B-F6F9-A29A-BB5975D9B334}"/>
              </a:ext>
            </a:extLst>
          </p:cNvPr>
          <p:cNvSpPr txBox="1"/>
          <p:nvPr/>
        </p:nvSpPr>
        <p:spPr>
          <a:xfrm>
            <a:off x="5416883" y="4524435"/>
            <a:ext cx="1167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“porcaria”</a:t>
            </a:r>
          </a:p>
        </p:txBody>
      </p:sp>
    </p:spTree>
    <p:extLst>
      <p:ext uri="{BB962C8B-B14F-4D97-AF65-F5344CB8AC3E}">
        <p14:creationId xmlns:p14="http://schemas.microsoft.com/office/powerpoint/2010/main" val="59242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611F-1159-6152-D382-D351FD7AC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Uma ideia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57988-85BA-02E9-E305-30D50E82D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Problemas:</a:t>
            </a:r>
          </a:p>
          <a:p>
            <a:pPr lvl="1"/>
            <a:r>
              <a:rPr lang="pt-BR" sz="2000" dirty="0"/>
              <a:t>frases de tamanhos diferentes demandam entradas com pesos diferentes </a:t>
            </a:r>
          </a:p>
          <a:p>
            <a:pPr lvl="1"/>
            <a:r>
              <a:rPr lang="pt-BR" sz="2000" dirty="0">
                <a:sym typeface="Wingdings" panose="05000000000000000000" pitchFamily="2" charset="2"/>
              </a:rPr>
              <a:t>entradas maiores demandam mais pesos</a:t>
            </a:r>
          </a:p>
          <a:p>
            <a:pPr lvl="1"/>
            <a:r>
              <a:rPr lang="pt-BR" sz="2000" dirty="0">
                <a:sym typeface="Wingdings" panose="05000000000000000000" pitchFamily="2" charset="2"/>
              </a:rPr>
              <a:t>mesma palavra em locais diferentes é multiplicada por pesos diferentes </a:t>
            </a:r>
            <a:r>
              <a:rPr lang="en-US" sz="2000" dirty="0">
                <a:sym typeface="Wingdings" panose="05000000000000000000" pitchFamily="2" charset="2"/>
              </a:rPr>
              <a:t>(</a:t>
            </a:r>
            <a:r>
              <a:rPr lang="en-US" sz="2000" dirty="0" err="1">
                <a:sym typeface="Wingdings" panose="05000000000000000000" pitchFamily="2" charset="2"/>
              </a:rPr>
              <a:t>bom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ou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ruim</a:t>
            </a:r>
            <a:r>
              <a:rPr lang="en-US" sz="2000" dirty="0">
                <a:sym typeface="Wingdings" panose="05000000000000000000" pitchFamily="2" charset="2"/>
              </a:rPr>
              <a:t>?)</a:t>
            </a:r>
            <a:r>
              <a:rPr lang="pt-BR" dirty="0">
                <a:sym typeface="Wingdings" panose="05000000000000000000" pitchFamily="2" charset="2"/>
              </a:rPr>
              <a:t>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4D730-6EEC-3374-FBAD-229744BD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12</a:t>
            </a:fld>
            <a:endParaRPr lang="pt-BR"/>
          </a:p>
        </p:txBody>
      </p:sp>
      <p:sp>
        <p:nvSpPr>
          <p:cNvPr id="5" name="Elipse 23">
            <a:extLst>
              <a:ext uri="{FF2B5EF4-FFF2-40B4-BE49-F238E27FC236}">
                <a16:creationId xmlns:a16="http://schemas.microsoft.com/office/drawing/2014/main" id="{2D5A71AB-CB3C-6434-09F4-AF0FD2104BE5}"/>
              </a:ext>
            </a:extLst>
          </p:cNvPr>
          <p:cNvSpPr/>
          <p:nvPr/>
        </p:nvSpPr>
        <p:spPr>
          <a:xfrm>
            <a:off x="7429925" y="4519166"/>
            <a:ext cx="204281" cy="204281"/>
          </a:xfrm>
          <a:prstGeom prst="ellipse">
            <a:avLst/>
          </a:prstGeom>
          <a:solidFill>
            <a:srgbClr val="AFEBF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35">
            <a:extLst>
              <a:ext uri="{FF2B5EF4-FFF2-40B4-BE49-F238E27FC236}">
                <a16:creationId xmlns:a16="http://schemas.microsoft.com/office/drawing/2014/main" id="{2DA84A71-F221-9BB0-BF93-58A3215DB46E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7634206" y="4621307"/>
            <a:ext cx="1373249" cy="1618089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ector de Seta Reta 40">
            <a:extLst>
              <a:ext uri="{FF2B5EF4-FFF2-40B4-BE49-F238E27FC236}">
                <a16:creationId xmlns:a16="http://schemas.microsoft.com/office/drawing/2014/main" id="{5DB07EAB-8FC4-C9D1-05E9-B4E6F7344C16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9748178" y="5102235"/>
            <a:ext cx="517946" cy="1137161"/>
          </a:xfrm>
          <a:prstGeom prst="straightConnector1">
            <a:avLst/>
          </a:prstGeom>
          <a:ln w="28575">
            <a:solidFill>
              <a:srgbClr val="FF00FF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aixaDeTexto 53">
            <a:extLst>
              <a:ext uri="{FF2B5EF4-FFF2-40B4-BE49-F238E27FC236}">
                <a16:creationId xmlns:a16="http://schemas.microsoft.com/office/drawing/2014/main" id="{72CDCA9A-A347-F081-61E3-F884C7180F84}"/>
              </a:ext>
            </a:extLst>
          </p:cNvPr>
          <p:cNvSpPr txBox="1"/>
          <p:nvPr/>
        </p:nvSpPr>
        <p:spPr>
          <a:xfrm>
            <a:off x="6624551" y="4399371"/>
            <a:ext cx="81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“bela”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1DC3D1-C552-BBD1-394A-2C622825CDAC}"/>
                  </a:ext>
                </a:extLst>
              </p:cNvPr>
              <p:cNvSpPr txBox="1"/>
              <p:nvPr/>
            </p:nvSpPr>
            <p:spPr>
              <a:xfrm>
                <a:off x="8223291" y="3529060"/>
                <a:ext cx="555471" cy="532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/>
                        <m:sup/>
                      </m:sSubSup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1DC3D1-C552-BBD1-394A-2C622825C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3291" y="3529060"/>
                <a:ext cx="555471" cy="5320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C4B40723-889D-F832-430F-2575AA5FE69A}"/>
              </a:ext>
            </a:extLst>
          </p:cNvPr>
          <p:cNvGrpSpPr/>
          <p:nvPr/>
        </p:nvGrpSpPr>
        <p:grpSpPr>
          <a:xfrm>
            <a:off x="8899791" y="3569366"/>
            <a:ext cx="805374" cy="737662"/>
            <a:chOff x="9582946" y="2474001"/>
            <a:chExt cx="805374" cy="73766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9F96898-5EB0-6108-D99E-AE061DED4290}"/>
                </a:ext>
              </a:extLst>
            </p:cNvPr>
            <p:cNvGrpSpPr/>
            <p:nvPr/>
          </p:nvGrpSpPr>
          <p:grpSpPr>
            <a:xfrm>
              <a:off x="9647515" y="2474001"/>
              <a:ext cx="740805" cy="737662"/>
              <a:chOff x="9663390" y="2474001"/>
              <a:chExt cx="740805" cy="737662"/>
            </a:xfrm>
          </p:grpSpPr>
          <p:sp>
            <p:nvSpPr>
              <p:cNvPr id="16" name="Partial Circle 15">
                <a:extLst>
                  <a:ext uri="{FF2B5EF4-FFF2-40B4-BE49-F238E27FC236}">
                    <a16:creationId xmlns:a16="http://schemas.microsoft.com/office/drawing/2014/main" id="{75B1E849-3F3C-6DD6-4236-FB2974BF6314}"/>
                  </a:ext>
                </a:extLst>
              </p:cNvPr>
              <p:cNvSpPr/>
              <p:nvPr/>
            </p:nvSpPr>
            <p:spPr>
              <a:xfrm>
                <a:off x="9663390" y="2474001"/>
                <a:ext cx="740723" cy="737662"/>
              </a:xfrm>
              <a:prstGeom prst="pie">
                <a:avLst>
                  <a:gd name="adj1" fmla="val 5365874"/>
                  <a:gd name="adj2" fmla="val 1620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Partial Circle 16">
                <a:extLst>
                  <a:ext uri="{FF2B5EF4-FFF2-40B4-BE49-F238E27FC236}">
                    <a16:creationId xmlns:a16="http://schemas.microsoft.com/office/drawing/2014/main" id="{143BB568-6BF6-FFC3-5D27-214516155040}"/>
                  </a:ext>
                </a:extLst>
              </p:cNvPr>
              <p:cNvSpPr/>
              <p:nvPr/>
            </p:nvSpPr>
            <p:spPr>
              <a:xfrm>
                <a:off x="9663472" y="2474001"/>
                <a:ext cx="740723" cy="737662"/>
              </a:xfrm>
              <a:prstGeom prst="pie">
                <a:avLst>
                  <a:gd name="adj1" fmla="val 16204423"/>
                  <a:gd name="adj2" fmla="val 5377410"/>
                </a:avLst>
              </a:prstGeom>
              <a:solidFill>
                <a:srgbClr val="FFB9FF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7309ED7-73FF-AE3C-BFBB-EB63A4EA7DCB}"/>
                    </a:ext>
                  </a:extLst>
                </p:cNvPr>
                <p:cNvSpPr txBox="1"/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pt-BR" sz="36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5ADB0B9-62F3-8553-0801-C2B61EC07A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22ACBBC-C257-1F88-86A2-89F0C9D1278E}"/>
                </a:ext>
              </a:extLst>
            </p:cNvPr>
            <p:cNvSpPr/>
            <p:nvPr/>
          </p:nvSpPr>
          <p:spPr>
            <a:xfrm>
              <a:off x="10091575" y="2745001"/>
              <a:ext cx="203229" cy="233954"/>
            </a:xfrm>
            <a:custGeom>
              <a:avLst/>
              <a:gdLst>
                <a:gd name="connsiteX0" fmla="*/ 0 w 500332"/>
                <a:gd name="connsiteY0" fmla="*/ 580347 h 580347"/>
                <a:gd name="connsiteX1" fmla="*/ 77638 w 500332"/>
                <a:gd name="connsiteY1" fmla="*/ 571720 h 580347"/>
                <a:gd name="connsiteX2" fmla="*/ 163902 w 500332"/>
                <a:gd name="connsiteY2" fmla="*/ 528588 h 580347"/>
                <a:gd name="connsiteX3" fmla="*/ 181155 w 500332"/>
                <a:gd name="connsiteY3" fmla="*/ 502709 h 580347"/>
                <a:gd name="connsiteX4" fmla="*/ 207034 w 500332"/>
                <a:gd name="connsiteY4" fmla="*/ 476830 h 580347"/>
                <a:gd name="connsiteX5" fmla="*/ 215660 w 500332"/>
                <a:gd name="connsiteY5" fmla="*/ 450950 h 580347"/>
                <a:gd name="connsiteX6" fmla="*/ 232913 w 500332"/>
                <a:gd name="connsiteY6" fmla="*/ 416445 h 580347"/>
                <a:gd name="connsiteX7" fmla="*/ 250166 w 500332"/>
                <a:gd name="connsiteY7" fmla="*/ 321554 h 580347"/>
                <a:gd name="connsiteX8" fmla="*/ 258792 w 500332"/>
                <a:gd name="connsiteY8" fmla="*/ 295675 h 580347"/>
                <a:gd name="connsiteX9" fmla="*/ 276045 w 500332"/>
                <a:gd name="connsiteY9" fmla="*/ 192158 h 580347"/>
                <a:gd name="connsiteX10" fmla="*/ 293298 w 500332"/>
                <a:gd name="connsiteY10" fmla="*/ 123147 h 580347"/>
                <a:gd name="connsiteX11" fmla="*/ 310551 w 500332"/>
                <a:gd name="connsiteY11" fmla="*/ 54135 h 580347"/>
                <a:gd name="connsiteX12" fmla="*/ 336430 w 500332"/>
                <a:gd name="connsiteY12" fmla="*/ 19630 h 580347"/>
                <a:gd name="connsiteX13" fmla="*/ 500332 w 500332"/>
                <a:gd name="connsiteY13" fmla="*/ 2377 h 58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0332" h="580347">
                  <a:moveTo>
                    <a:pt x="0" y="580347"/>
                  </a:moveTo>
                  <a:cubicBezTo>
                    <a:pt x="25879" y="577471"/>
                    <a:pt x="52177" y="577176"/>
                    <a:pt x="77638" y="571720"/>
                  </a:cubicBezTo>
                  <a:cubicBezTo>
                    <a:pt x="108074" y="565198"/>
                    <a:pt x="138095" y="544072"/>
                    <a:pt x="163902" y="528588"/>
                  </a:cubicBezTo>
                  <a:cubicBezTo>
                    <a:pt x="169653" y="519962"/>
                    <a:pt x="174518" y="510674"/>
                    <a:pt x="181155" y="502709"/>
                  </a:cubicBezTo>
                  <a:cubicBezTo>
                    <a:pt x="188965" y="493337"/>
                    <a:pt x="200267" y="486981"/>
                    <a:pt x="207034" y="476830"/>
                  </a:cubicBezTo>
                  <a:cubicBezTo>
                    <a:pt x="212078" y="469264"/>
                    <a:pt x="212078" y="459308"/>
                    <a:pt x="215660" y="450950"/>
                  </a:cubicBezTo>
                  <a:cubicBezTo>
                    <a:pt x="220725" y="439130"/>
                    <a:pt x="227162" y="427947"/>
                    <a:pt x="232913" y="416445"/>
                  </a:cubicBezTo>
                  <a:cubicBezTo>
                    <a:pt x="236757" y="393382"/>
                    <a:pt x="244140" y="345660"/>
                    <a:pt x="250166" y="321554"/>
                  </a:cubicBezTo>
                  <a:cubicBezTo>
                    <a:pt x="252371" y="312733"/>
                    <a:pt x="255917" y="304301"/>
                    <a:pt x="258792" y="295675"/>
                  </a:cubicBezTo>
                  <a:cubicBezTo>
                    <a:pt x="265118" y="251399"/>
                    <a:pt x="266587" y="233145"/>
                    <a:pt x="276045" y="192158"/>
                  </a:cubicBezTo>
                  <a:cubicBezTo>
                    <a:pt x="281377" y="169054"/>
                    <a:pt x="288648" y="146398"/>
                    <a:pt x="293298" y="123147"/>
                  </a:cubicBezTo>
                  <a:cubicBezTo>
                    <a:pt x="295483" y="112221"/>
                    <a:pt x="302388" y="68420"/>
                    <a:pt x="310551" y="54135"/>
                  </a:cubicBezTo>
                  <a:cubicBezTo>
                    <a:pt x="317684" y="41652"/>
                    <a:pt x="324467" y="27605"/>
                    <a:pt x="336430" y="19630"/>
                  </a:cubicBezTo>
                  <a:cubicBezTo>
                    <a:pt x="380041" y="-9444"/>
                    <a:pt x="459642" y="2377"/>
                    <a:pt x="500332" y="2377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18" name="Conector de Seta Reta 35">
            <a:extLst>
              <a:ext uri="{FF2B5EF4-FFF2-40B4-BE49-F238E27FC236}">
                <a16:creationId xmlns:a16="http://schemas.microsoft.com/office/drawing/2014/main" id="{DC3C75F1-73C2-3C77-D57E-A180380CC455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7634206" y="4621307"/>
            <a:ext cx="1330154" cy="488067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35">
            <a:extLst>
              <a:ext uri="{FF2B5EF4-FFF2-40B4-BE49-F238E27FC236}">
                <a16:creationId xmlns:a16="http://schemas.microsoft.com/office/drawing/2014/main" id="{194B3521-3E8D-B733-F12A-FDD53A983088}"/>
              </a:ext>
            </a:extLst>
          </p:cNvPr>
          <p:cNvCxnSpPr>
            <a:cxnSpLocks/>
            <a:stCxn id="5" idx="6"/>
            <a:endCxn id="14" idx="1"/>
          </p:cNvCxnSpPr>
          <p:nvPr/>
        </p:nvCxnSpPr>
        <p:spPr>
          <a:xfrm flipV="1">
            <a:off x="7634206" y="3963020"/>
            <a:ext cx="1265585" cy="658287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40">
            <a:extLst>
              <a:ext uri="{FF2B5EF4-FFF2-40B4-BE49-F238E27FC236}">
                <a16:creationId xmlns:a16="http://schemas.microsoft.com/office/drawing/2014/main" id="{803BFABD-F588-71F2-9A08-FFA1731ED4B5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9735020" y="5088648"/>
            <a:ext cx="531104" cy="13587"/>
          </a:xfrm>
          <a:prstGeom prst="straightConnector1">
            <a:avLst/>
          </a:prstGeom>
          <a:ln w="28575">
            <a:solidFill>
              <a:srgbClr val="FF00FF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40">
            <a:extLst>
              <a:ext uri="{FF2B5EF4-FFF2-40B4-BE49-F238E27FC236}">
                <a16:creationId xmlns:a16="http://schemas.microsoft.com/office/drawing/2014/main" id="{06FF9759-D98E-FAD0-7F35-6E93B8AEB642}"/>
              </a:ext>
            </a:extLst>
          </p:cNvPr>
          <p:cNvCxnSpPr>
            <a:cxnSpLocks/>
            <a:stCxn id="17" idx="0"/>
            <a:endCxn id="42" idx="1"/>
          </p:cNvCxnSpPr>
          <p:nvPr/>
        </p:nvCxnSpPr>
        <p:spPr>
          <a:xfrm>
            <a:off x="9705165" y="3938197"/>
            <a:ext cx="560959" cy="1164038"/>
          </a:xfrm>
          <a:prstGeom prst="straightConnector1">
            <a:avLst/>
          </a:prstGeom>
          <a:ln w="28575">
            <a:solidFill>
              <a:srgbClr val="FF00FF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Elipse 23">
            <a:extLst>
              <a:ext uri="{FF2B5EF4-FFF2-40B4-BE49-F238E27FC236}">
                <a16:creationId xmlns:a16="http://schemas.microsoft.com/office/drawing/2014/main" id="{C6EF8B36-8CFC-1AA9-81AD-C84C5EBD6FE2}"/>
              </a:ext>
            </a:extLst>
          </p:cNvPr>
          <p:cNvSpPr/>
          <p:nvPr/>
        </p:nvSpPr>
        <p:spPr>
          <a:xfrm>
            <a:off x="7421133" y="5258591"/>
            <a:ext cx="204281" cy="204281"/>
          </a:xfrm>
          <a:prstGeom prst="ellipse">
            <a:avLst/>
          </a:prstGeom>
          <a:solidFill>
            <a:srgbClr val="AFEBF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4" name="Conector de Seta Reta 35">
            <a:extLst>
              <a:ext uri="{FF2B5EF4-FFF2-40B4-BE49-F238E27FC236}">
                <a16:creationId xmlns:a16="http://schemas.microsoft.com/office/drawing/2014/main" id="{26A2DB04-8465-D003-C6B6-32B81EE599B3}"/>
              </a:ext>
            </a:extLst>
          </p:cNvPr>
          <p:cNvCxnSpPr>
            <a:cxnSpLocks/>
            <a:stCxn id="22" idx="6"/>
            <a:endCxn id="14" idx="1"/>
          </p:cNvCxnSpPr>
          <p:nvPr/>
        </p:nvCxnSpPr>
        <p:spPr>
          <a:xfrm flipV="1">
            <a:off x="7625414" y="3963020"/>
            <a:ext cx="1274377" cy="1397712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de Seta Reta 35">
            <a:extLst>
              <a:ext uri="{FF2B5EF4-FFF2-40B4-BE49-F238E27FC236}">
                <a16:creationId xmlns:a16="http://schemas.microsoft.com/office/drawing/2014/main" id="{70939387-402E-487D-EBB8-334A777BC7C7}"/>
              </a:ext>
            </a:extLst>
          </p:cNvPr>
          <p:cNvCxnSpPr>
            <a:cxnSpLocks/>
            <a:stCxn id="22" idx="6"/>
          </p:cNvCxnSpPr>
          <p:nvPr/>
        </p:nvCxnSpPr>
        <p:spPr>
          <a:xfrm flipV="1">
            <a:off x="7625414" y="5109374"/>
            <a:ext cx="1338946" cy="251358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de Seta Reta 35">
            <a:extLst>
              <a:ext uri="{FF2B5EF4-FFF2-40B4-BE49-F238E27FC236}">
                <a16:creationId xmlns:a16="http://schemas.microsoft.com/office/drawing/2014/main" id="{6B3C8FE9-4AA3-3918-76AE-904740CF2A1F}"/>
              </a:ext>
            </a:extLst>
          </p:cNvPr>
          <p:cNvCxnSpPr>
            <a:cxnSpLocks/>
            <a:stCxn id="22" idx="6"/>
            <a:endCxn id="35" idx="1"/>
          </p:cNvCxnSpPr>
          <p:nvPr/>
        </p:nvCxnSpPr>
        <p:spPr>
          <a:xfrm>
            <a:off x="7625414" y="5360732"/>
            <a:ext cx="1327967" cy="860598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ACB2C1B-EB0F-B8A6-9B5E-69D260051ECE}"/>
              </a:ext>
            </a:extLst>
          </p:cNvPr>
          <p:cNvGrpSpPr/>
          <p:nvPr/>
        </p:nvGrpSpPr>
        <p:grpSpPr>
          <a:xfrm>
            <a:off x="8915483" y="4727828"/>
            <a:ext cx="805374" cy="737662"/>
            <a:chOff x="9582946" y="2474001"/>
            <a:chExt cx="805374" cy="73766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0662698-0333-66AB-9367-DE6F37D9E859}"/>
                </a:ext>
              </a:extLst>
            </p:cNvPr>
            <p:cNvGrpSpPr/>
            <p:nvPr/>
          </p:nvGrpSpPr>
          <p:grpSpPr>
            <a:xfrm>
              <a:off x="9647515" y="2474001"/>
              <a:ext cx="740805" cy="737662"/>
              <a:chOff x="9663390" y="2474001"/>
              <a:chExt cx="740805" cy="737662"/>
            </a:xfrm>
          </p:grpSpPr>
          <p:sp>
            <p:nvSpPr>
              <p:cNvPr id="31" name="Partial Circle 30">
                <a:extLst>
                  <a:ext uri="{FF2B5EF4-FFF2-40B4-BE49-F238E27FC236}">
                    <a16:creationId xmlns:a16="http://schemas.microsoft.com/office/drawing/2014/main" id="{AF42B522-1984-BDC2-F766-EEEECD6B8916}"/>
                  </a:ext>
                </a:extLst>
              </p:cNvPr>
              <p:cNvSpPr/>
              <p:nvPr/>
            </p:nvSpPr>
            <p:spPr>
              <a:xfrm>
                <a:off x="9663390" y="2474001"/>
                <a:ext cx="740723" cy="737662"/>
              </a:xfrm>
              <a:prstGeom prst="pie">
                <a:avLst>
                  <a:gd name="adj1" fmla="val 5365874"/>
                  <a:gd name="adj2" fmla="val 1620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Partial Circle 31">
                <a:extLst>
                  <a:ext uri="{FF2B5EF4-FFF2-40B4-BE49-F238E27FC236}">
                    <a16:creationId xmlns:a16="http://schemas.microsoft.com/office/drawing/2014/main" id="{FB8388AB-EAD7-3A7A-E195-8808C5763E23}"/>
                  </a:ext>
                </a:extLst>
              </p:cNvPr>
              <p:cNvSpPr/>
              <p:nvPr/>
            </p:nvSpPr>
            <p:spPr>
              <a:xfrm>
                <a:off x="9663472" y="2474001"/>
                <a:ext cx="740723" cy="737662"/>
              </a:xfrm>
              <a:prstGeom prst="pie">
                <a:avLst>
                  <a:gd name="adj1" fmla="val 16204423"/>
                  <a:gd name="adj2" fmla="val 5377410"/>
                </a:avLst>
              </a:prstGeom>
              <a:solidFill>
                <a:srgbClr val="FFB9FF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9667852-5102-99BA-9EA1-281828269EA4}"/>
                    </a:ext>
                  </a:extLst>
                </p:cNvPr>
                <p:cNvSpPr txBox="1"/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pt-BR" sz="3600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71004B3-B65A-98D5-4722-837210B19C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87C2928-EC8A-CEF0-5C99-4A58D2357DD2}"/>
                </a:ext>
              </a:extLst>
            </p:cNvPr>
            <p:cNvSpPr/>
            <p:nvPr/>
          </p:nvSpPr>
          <p:spPr>
            <a:xfrm>
              <a:off x="10091575" y="2745001"/>
              <a:ext cx="203229" cy="233954"/>
            </a:xfrm>
            <a:custGeom>
              <a:avLst/>
              <a:gdLst>
                <a:gd name="connsiteX0" fmla="*/ 0 w 500332"/>
                <a:gd name="connsiteY0" fmla="*/ 580347 h 580347"/>
                <a:gd name="connsiteX1" fmla="*/ 77638 w 500332"/>
                <a:gd name="connsiteY1" fmla="*/ 571720 h 580347"/>
                <a:gd name="connsiteX2" fmla="*/ 163902 w 500332"/>
                <a:gd name="connsiteY2" fmla="*/ 528588 h 580347"/>
                <a:gd name="connsiteX3" fmla="*/ 181155 w 500332"/>
                <a:gd name="connsiteY3" fmla="*/ 502709 h 580347"/>
                <a:gd name="connsiteX4" fmla="*/ 207034 w 500332"/>
                <a:gd name="connsiteY4" fmla="*/ 476830 h 580347"/>
                <a:gd name="connsiteX5" fmla="*/ 215660 w 500332"/>
                <a:gd name="connsiteY5" fmla="*/ 450950 h 580347"/>
                <a:gd name="connsiteX6" fmla="*/ 232913 w 500332"/>
                <a:gd name="connsiteY6" fmla="*/ 416445 h 580347"/>
                <a:gd name="connsiteX7" fmla="*/ 250166 w 500332"/>
                <a:gd name="connsiteY7" fmla="*/ 321554 h 580347"/>
                <a:gd name="connsiteX8" fmla="*/ 258792 w 500332"/>
                <a:gd name="connsiteY8" fmla="*/ 295675 h 580347"/>
                <a:gd name="connsiteX9" fmla="*/ 276045 w 500332"/>
                <a:gd name="connsiteY9" fmla="*/ 192158 h 580347"/>
                <a:gd name="connsiteX10" fmla="*/ 293298 w 500332"/>
                <a:gd name="connsiteY10" fmla="*/ 123147 h 580347"/>
                <a:gd name="connsiteX11" fmla="*/ 310551 w 500332"/>
                <a:gd name="connsiteY11" fmla="*/ 54135 h 580347"/>
                <a:gd name="connsiteX12" fmla="*/ 336430 w 500332"/>
                <a:gd name="connsiteY12" fmla="*/ 19630 h 580347"/>
                <a:gd name="connsiteX13" fmla="*/ 500332 w 500332"/>
                <a:gd name="connsiteY13" fmla="*/ 2377 h 58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0332" h="580347">
                  <a:moveTo>
                    <a:pt x="0" y="580347"/>
                  </a:moveTo>
                  <a:cubicBezTo>
                    <a:pt x="25879" y="577471"/>
                    <a:pt x="52177" y="577176"/>
                    <a:pt x="77638" y="571720"/>
                  </a:cubicBezTo>
                  <a:cubicBezTo>
                    <a:pt x="108074" y="565198"/>
                    <a:pt x="138095" y="544072"/>
                    <a:pt x="163902" y="528588"/>
                  </a:cubicBezTo>
                  <a:cubicBezTo>
                    <a:pt x="169653" y="519962"/>
                    <a:pt x="174518" y="510674"/>
                    <a:pt x="181155" y="502709"/>
                  </a:cubicBezTo>
                  <a:cubicBezTo>
                    <a:pt x="188965" y="493337"/>
                    <a:pt x="200267" y="486981"/>
                    <a:pt x="207034" y="476830"/>
                  </a:cubicBezTo>
                  <a:cubicBezTo>
                    <a:pt x="212078" y="469264"/>
                    <a:pt x="212078" y="459308"/>
                    <a:pt x="215660" y="450950"/>
                  </a:cubicBezTo>
                  <a:cubicBezTo>
                    <a:pt x="220725" y="439130"/>
                    <a:pt x="227162" y="427947"/>
                    <a:pt x="232913" y="416445"/>
                  </a:cubicBezTo>
                  <a:cubicBezTo>
                    <a:pt x="236757" y="393382"/>
                    <a:pt x="244140" y="345660"/>
                    <a:pt x="250166" y="321554"/>
                  </a:cubicBezTo>
                  <a:cubicBezTo>
                    <a:pt x="252371" y="312733"/>
                    <a:pt x="255917" y="304301"/>
                    <a:pt x="258792" y="295675"/>
                  </a:cubicBezTo>
                  <a:cubicBezTo>
                    <a:pt x="265118" y="251399"/>
                    <a:pt x="266587" y="233145"/>
                    <a:pt x="276045" y="192158"/>
                  </a:cubicBezTo>
                  <a:cubicBezTo>
                    <a:pt x="281377" y="169054"/>
                    <a:pt x="288648" y="146398"/>
                    <a:pt x="293298" y="123147"/>
                  </a:cubicBezTo>
                  <a:cubicBezTo>
                    <a:pt x="295483" y="112221"/>
                    <a:pt x="302388" y="68420"/>
                    <a:pt x="310551" y="54135"/>
                  </a:cubicBezTo>
                  <a:cubicBezTo>
                    <a:pt x="317684" y="41652"/>
                    <a:pt x="324467" y="27605"/>
                    <a:pt x="336430" y="19630"/>
                  </a:cubicBezTo>
                  <a:cubicBezTo>
                    <a:pt x="380041" y="-9444"/>
                    <a:pt x="459642" y="2377"/>
                    <a:pt x="500332" y="2377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B8954E8-5FF0-3AAD-0DB4-F1863D022380}"/>
              </a:ext>
            </a:extLst>
          </p:cNvPr>
          <p:cNvGrpSpPr/>
          <p:nvPr/>
        </p:nvGrpSpPr>
        <p:grpSpPr>
          <a:xfrm>
            <a:off x="8953381" y="5827676"/>
            <a:ext cx="805374" cy="737662"/>
            <a:chOff x="9582946" y="2474001"/>
            <a:chExt cx="805374" cy="737662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020CDB7-6DC8-9598-4990-38965F2BD328}"/>
                </a:ext>
              </a:extLst>
            </p:cNvPr>
            <p:cNvGrpSpPr/>
            <p:nvPr/>
          </p:nvGrpSpPr>
          <p:grpSpPr>
            <a:xfrm>
              <a:off x="9647515" y="2474001"/>
              <a:ext cx="740805" cy="737662"/>
              <a:chOff x="9663390" y="2474001"/>
              <a:chExt cx="740805" cy="737662"/>
            </a:xfrm>
          </p:grpSpPr>
          <p:sp>
            <p:nvSpPr>
              <p:cNvPr id="37" name="Partial Circle 36">
                <a:extLst>
                  <a:ext uri="{FF2B5EF4-FFF2-40B4-BE49-F238E27FC236}">
                    <a16:creationId xmlns:a16="http://schemas.microsoft.com/office/drawing/2014/main" id="{CA72E1F0-B16C-5AC9-BE4C-CA4E3D570F29}"/>
                  </a:ext>
                </a:extLst>
              </p:cNvPr>
              <p:cNvSpPr/>
              <p:nvPr/>
            </p:nvSpPr>
            <p:spPr>
              <a:xfrm>
                <a:off x="9663390" y="2474001"/>
                <a:ext cx="740723" cy="737662"/>
              </a:xfrm>
              <a:prstGeom prst="pie">
                <a:avLst>
                  <a:gd name="adj1" fmla="val 5365874"/>
                  <a:gd name="adj2" fmla="val 1620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Partial Circle 37">
                <a:extLst>
                  <a:ext uri="{FF2B5EF4-FFF2-40B4-BE49-F238E27FC236}">
                    <a16:creationId xmlns:a16="http://schemas.microsoft.com/office/drawing/2014/main" id="{B6BE0B21-1F1A-B02A-DDF3-A3AD0B19A533}"/>
                  </a:ext>
                </a:extLst>
              </p:cNvPr>
              <p:cNvSpPr/>
              <p:nvPr/>
            </p:nvSpPr>
            <p:spPr>
              <a:xfrm>
                <a:off x="9663472" y="2474001"/>
                <a:ext cx="740723" cy="737662"/>
              </a:xfrm>
              <a:prstGeom prst="pie">
                <a:avLst>
                  <a:gd name="adj1" fmla="val 16204423"/>
                  <a:gd name="adj2" fmla="val 5377410"/>
                </a:avLst>
              </a:prstGeom>
              <a:solidFill>
                <a:srgbClr val="FFB9FF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E974932-36C5-1D3E-B1EA-936C527CC681}"/>
                    </a:ext>
                  </a:extLst>
                </p:cNvPr>
                <p:cNvSpPr txBox="1"/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pt-BR" sz="36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8D0E09B5-1C94-17BF-2C48-ED445EB6E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5340305-8222-D7EF-AB37-0AA75A99D9ED}"/>
                </a:ext>
              </a:extLst>
            </p:cNvPr>
            <p:cNvSpPr/>
            <p:nvPr/>
          </p:nvSpPr>
          <p:spPr>
            <a:xfrm>
              <a:off x="10091575" y="2745001"/>
              <a:ext cx="203229" cy="233954"/>
            </a:xfrm>
            <a:custGeom>
              <a:avLst/>
              <a:gdLst>
                <a:gd name="connsiteX0" fmla="*/ 0 w 500332"/>
                <a:gd name="connsiteY0" fmla="*/ 580347 h 580347"/>
                <a:gd name="connsiteX1" fmla="*/ 77638 w 500332"/>
                <a:gd name="connsiteY1" fmla="*/ 571720 h 580347"/>
                <a:gd name="connsiteX2" fmla="*/ 163902 w 500332"/>
                <a:gd name="connsiteY2" fmla="*/ 528588 h 580347"/>
                <a:gd name="connsiteX3" fmla="*/ 181155 w 500332"/>
                <a:gd name="connsiteY3" fmla="*/ 502709 h 580347"/>
                <a:gd name="connsiteX4" fmla="*/ 207034 w 500332"/>
                <a:gd name="connsiteY4" fmla="*/ 476830 h 580347"/>
                <a:gd name="connsiteX5" fmla="*/ 215660 w 500332"/>
                <a:gd name="connsiteY5" fmla="*/ 450950 h 580347"/>
                <a:gd name="connsiteX6" fmla="*/ 232913 w 500332"/>
                <a:gd name="connsiteY6" fmla="*/ 416445 h 580347"/>
                <a:gd name="connsiteX7" fmla="*/ 250166 w 500332"/>
                <a:gd name="connsiteY7" fmla="*/ 321554 h 580347"/>
                <a:gd name="connsiteX8" fmla="*/ 258792 w 500332"/>
                <a:gd name="connsiteY8" fmla="*/ 295675 h 580347"/>
                <a:gd name="connsiteX9" fmla="*/ 276045 w 500332"/>
                <a:gd name="connsiteY9" fmla="*/ 192158 h 580347"/>
                <a:gd name="connsiteX10" fmla="*/ 293298 w 500332"/>
                <a:gd name="connsiteY10" fmla="*/ 123147 h 580347"/>
                <a:gd name="connsiteX11" fmla="*/ 310551 w 500332"/>
                <a:gd name="connsiteY11" fmla="*/ 54135 h 580347"/>
                <a:gd name="connsiteX12" fmla="*/ 336430 w 500332"/>
                <a:gd name="connsiteY12" fmla="*/ 19630 h 580347"/>
                <a:gd name="connsiteX13" fmla="*/ 500332 w 500332"/>
                <a:gd name="connsiteY13" fmla="*/ 2377 h 58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0332" h="580347">
                  <a:moveTo>
                    <a:pt x="0" y="580347"/>
                  </a:moveTo>
                  <a:cubicBezTo>
                    <a:pt x="25879" y="577471"/>
                    <a:pt x="52177" y="577176"/>
                    <a:pt x="77638" y="571720"/>
                  </a:cubicBezTo>
                  <a:cubicBezTo>
                    <a:pt x="108074" y="565198"/>
                    <a:pt x="138095" y="544072"/>
                    <a:pt x="163902" y="528588"/>
                  </a:cubicBezTo>
                  <a:cubicBezTo>
                    <a:pt x="169653" y="519962"/>
                    <a:pt x="174518" y="510674"/>
                    <a:pt x="181155" y="502709"/>
                  </a:cubicBezTo>
                  <a:cubicBezTo>
                    <a:pt x="188965" y="493337"/>
                    <a:pt x="200267" y="486981"/>
                    <a:pt x="207034" y="476830"/>
                  </a:cubicBezTo>
                  <a:cubicBezTo>
                    <a:pt x="212078" y="469264"/>
                    <a:pt x="212078" y="459308"/>
                    <a:pt x="215660" y="450950"/>
                  </a:cubicBezTo>
                  <a:cubicBezTo>
                    <a:pt x="220725" y="439130"/>
                    <a:pt x="227162" y="427947"/>
                    <a:pt x="232913" y="416445"/>
                  </a:cubicBezTo>
                  <a:cubicBezTo>
                    <a:pt x="236757" y="393382"/>
                    <a:pt x="244140" y="345660"/>
                    <a:pt x="250166" y="321554"/>
                  </a:cubicBezTo>
                  <a:cubicBezTo>
                    <a:pt x="252371" y="312733"/>
                    <a:pt x="255917" y="304301"/>
                    <a:pt x="258792" y="295675"/>
                  </a:cubicBezTo>
                  <a:cubicBezTo>
                    <a:pt x="265118" y="251399"/>
                    <a:pt x="266587" y="233145"/>
                    <a:pt x="276045" y="192158"/>
                  </a:cubicBezTo>
                  <a:cubicBezTo>
                    <a:pt x="281377" y="169054"/>
                    <a:pt x="288648" y="146398"/>
                    <a:pt x="293298" y="123147"/>
                  </a:cubicBezTo>
                  <a:cubicBezTo>
                    <a:pt x="295483" y="112221"/>
                    <a:pt x="302388" y="68420"/>
                    <a:pt x="310551" y="54135"/>
                  </a:cubicBezTo>
                  <a:cubicBezTo>
                    <a:pt x="317684" y="41652"/>
                    <a:pt x="324467" y="27605"/>
                    <a:pt x="336430" y="19630"/>
                  </a:cubicBezTo>
                  <a:cubicBezTo>
                    <a:pt x="380041" y="-9444"/>
                    <a:pt x="459642" y="2377"/>
                    <a:pt x="500332" y="2377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8B32737-8286-24E7-A500-EBE3848C9308}"/>
              </a:ext>
            </a:extLst>
          </p:cNvPr>
          <p:cNvGrpSpPr/>
          <p:nvPr/>
        </p:nvGrpSpPr>
        <p:grpSpPr>
          <a:xfrm>
            <a:off x="10266124" y="4708581"/>
            <a:ext cx="805374" cy="737662"/>
            <a:chOff x="9582946" y="2474001"/>
            <a:chExt cx="805374" cy="73766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FC31024-320F-F74F-3EF3-0662D59BFA38}"/>
                </a:ext>
              </a:extLst>
            </p:cNvPr>
            <p:cNvGrpSpPr/>
            <p:nvPr/>
          </p:nvGrpSpPr>
          <p:grpSpPr>
            <a:xfrm>
              <a:off x="9647515" y="2474001"/>
              <a:ext cx="740805" cy="737662"/>
              <a:chOff x="9663390" y="2474001"/>
              <a:chExt cx="740805" cy="737662"/>
            </a:xfrm>
          </p:grpSpPr>
          <p:sp>
            <p:nvSpPr>
              <p:cNvPr id="44" name="Partial Circle 43">
                <a:extLst>
                  <a:ext uri="{FF2B5EF4-FFF2-40B4-BE49-F238E27FC236}">
                    <a16:creationId xmlns:a16="http://schemas.microsoft.com/office/drawing/2014/main" id="{203983E5-6E18-D446-A3CD-4A62F8AB3DA7}"/>
                  </a:ext>
                </a:extLst>
              </p:cNvPr>
              <p:cNvSpPr/>
              <p:nvPr/>
            </p:nvSpPr>
            <p:spPr>
              <a:xfrm>
                <a:off x="9663390" y="2474001"/>
                <a:ext cx="740723" cy="737662"/>
              </a:xfrm>
              <a:prstGeom prst="pie">
                <a:avLst>
                  <a:gd name="adj1" fmla="val 5365874"/>
                  <a:gd name="adj2" fmla="val 1620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Partial Circle 44">
                <a:extLst>
                  <a:ext uri="{FF2B5EF4-FFF2-40B4-BE49-F238E27FC236}">
                    <a16:creationId xmlns:a16="http://schemas.microsoft.com/office/drawing/2014/main" id="{654F035D-E00B-2282-98B0-C241EFFE7C80}"/>
                  </a:ext>
                </a:extLst>
              </p:cNvPr>
              <p:cNvSpPr/>
              <p:nvPr/>
            </p:nvSpPr>
            <p:spPr>
              <a:xfrm>
                <a:off x="9663472" y="2474001"/>
                <a:ext cx="740723" cy="737662"/>
              </a:xfrm>
              <a:prstGeom prst="pie">
                <a:avLst>
                  <a:gd name="adj1" fmla="val 16204423"/>
                  <a:gd name="adj2" fmla="val 5377410"/>
                </a:avLst>
              </a:prstGeom>
              <a:solidFill>
                <a:srgbClr val="FFB9FF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E61BA535-9935-BCC6-2742-7FD6F9C1A579}"/>
                    </a:ext>
                  </a:extLst>
                </p:cNvPr>
                <p:cNvSpPr txBox="1"/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pt-BR" sz="36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5ADB0B9-62F3-8553-0801-C2B61EC07A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468064B-B909-902B-7DDF-7226A4C3B4A8}"/>
                </a:ext>
              </a:extLst>
            </p:cNvPr>
            <p:cNvSpPr/>
            <p:nvPr/>
          </p:nvSpPr>
          <p:spPr>
            <a:xfrm>
              <a:off x="10091575" y="2745001"/>
              <a:ext cx="203229" cy="233954"/>
            </a:xfrm>
            <a:custGeom>
              <a:avLst/>
              <a:gdLst>
                <a:gd name="connsiteX0" fmla="*/ 0 w 500332"/>
                <a:gd name="connsiteY0" fmla="*/ 580347 h 580347"/>
                <a:gd name="connsiteX1" fmla="*/ 77638 w 500332"/>
                <a:gd name="connsiteY1" fmla="*/ 571720 h 580347"/>
                <a:gd name="connsiteX2" fmla="*/ 163902 w 500332"/>
                <a:gd name="connsiteY2" fmla="*/ 528588 h 580347"/>
                <a:gd name="connsiteX3" fmla="*/ 181155 w 500332"/>
                <a:gd name="connsiteY3" fmla="*/ 502709 h 580347"/>
                <a:gd name="connsiteX4" fmla="*/ 207034 w 500332"/>
                <a:gd name="connsiteY4" fmla="*/ 476830 h 580347"/>
                <a:gd name="connsiteX5" fmla="*/ 215660 w 500332"/>
                <a:gd name="connsiteY5" fmla="*/ 450950 h 580347"/>
                <a:gd name="connsiteX6" fmla="*/ 232913 w 500332"/>
                <a:gd name="connsiteY6" fmla="*/ 416445 h 580347"/>
                <a:gd name="connsiteX7" fmla="*/ 250166 w 500332"/>
                <a:gd name="connsiteY7" fmla="*/ 321554 h 580347"/>
                <a:gd name="connsiteX8" fmla="*/ 258792 w 500332"/>
                <a:gd name="connsiteY8" fmla="*/ 295675 h 580347"/>
                <a:gd name="connsiteX9" fmla="*/ 276045 w 500332"/>
                <a:gd name="connsiteY9" fmla="*/ 192158 h 580347"/>
                <a:gd name="connsiteX10" fmla="*/ 293298 w 500332"/>
                <a:gd name="connsiteY10" fmla="*/ 123147 h 580347"/>
                <a:gd name="connsiteX11" fmla="*/ 310551 w 500332"/>
                <a:gd name="connsiteY11" fmla="*/ 54135 h 580347"/>
                <a:gd name="connsiteX12" fmla="*/ 336430 w 500332"/>
                <a:gd name="connsiteY12" fmla="*/ 19630 h 580347"/>
                <a:gd name="connsiteX13" fmla="*/ 500332 w 500332"/>
                <a:gd name="connsiteY13" fmla="*/ 2377 h 58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0332" h="580347">
                  <a:moveTo>
                    <a:pt x="0" y="580347"/>
                  </a:moveTo>
                  <a:cubicBezTo>
                    <a:pt x="25879" y="577471"/>
                    <a:pt x="52177" y="577176"/>
                    <a:pt x="77638" y="571720"/>
                  </a:cubicBezTo>
                  <a:cubicBezTo>
                    <a:pt x="108074" y="565198"/>
                    <a:pt x="138095" y="544072"/>
                    <a:pt x="163902" y="528588"/>
                  </a:cubicBezTo>
                  <a:cubicBezTo>
                    <a:pt x="169653" y="519962"/>
                    <a:pt x="174518" y="510674"/>
                    <a:pt x="181155" y="502709"/>
                  </a:cubicBezTo>
                  <a:cubicBezTo>
                    <a:pt x="188965" y="493337"/>
                    <a:pt x="200267" y="486981"/>
                    <a:pt x="207034" y="476830"/>
                  </a:cubicBezTo>
                  <a:cubicBezTo>
                    <a:pt x="212078" y="469264"/>
                    <a:pt x="212078" y="459308"/>
                    <a:pt x="215660" y="450950"/>
                  </a:cubicBezTo>
                  <a:cubicBezTo>
                    <a:pt x="220725" y="439130"/>
                    <a:pt x="227162" y="427947"/>
                    <a:pt x="232913" y="416445"/>
                  </a:cubicBezTo>
                  <a:cubicBezTo>
                    <a:pt x="236757" y="393382"/>
                    <a:pt x="244140" y="345660"/>
                    <a:pt x="250166" y="321554"/>
                  </a:cubicBezTo>
                  <a:cubicBezTo>
                    <a:pt x="252371" y="312733"/>
                    <a:pt x="255917" y="304301"/>
                    <a:pt x="258792" y="295675"/>
                  </a:cubicBezTo>
                  <a:cubicBezTo>
                    <a:pt x="265118" y="251399"/>
                    <a:pt x="266587" y="233145"/>
                    <a:pt x="276045" y="192158"/>
                  </a:cubicBezTo>
                  <a:cubicBezTo>
                    <a:pt x="281377" y="169054"/>
                    <a:pt x="288648" y="146398"/>
                    <a:pt x="293298" y="123147"/>
                  </a:cubicBezTo>
                  <a:cubicBezTo>
                    <a:pt x="295483" y="112221"/>
                    <a:pt x="302388" y="68420"/>
                    <a:pt x="310551" y="54135"/>
                  </a:cubicBezTo>
                  <a:cubicBezTo>
                    <a:pt x="317684" y="41652"/>
                    <a:pt x="324467" y="27605"/>
                    <a:pt x="336430" y="19630"/>
                  </a:cubicBezTo>
                  <a:cubicBezTo>
                    <a:pt x="380041" y="-9444"/>
                    <a:pt x="459642" y="2377"/>
                    <a:pt x="500332" y="2377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46" name="Conector de Seta Reta 40">
            <a:extLst>
              <a:ext uri="{FF2B5EF4-FFF2-40B4-BE49-F238E27FC236}">
                <a16:creationId xmlns:a16="http://schemas.microsoft.com/office/drawing/2014/main" id="{6AB7066C-9D9F-F4DA-5006-6E3F3CF6053E}"/>
              </a:ext>
            </a:extLst>
          </p:cNvPr>
          <p:cNvCxnSpPr>
            <a:cxnSpLocks/>
            <a:stCxn id="45" idx="0"/>
          </p:cNvCxnSpPr>
          <p:nvPr/>
        </p:nvCxnSpPr>
        <p:spPr>
          <a:xfrm>
            <a:off x="11071498" y="5077412"/>
            <a:ext cx="234976" cy="0"/>
          </a:xfrm>
          <a:prstGeom prst="straightConnector1">
            <a:avLst/>
          </a:prstGeom>
          <a:ln w="28575">
            <a:solidFill>
              <a:srgbClr val="FF00FF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CaixaDeTexto 53">
            <a:extLst>
              <a:ext uri="{FF2B5EF4-FFF2-40B4-BE49-F238E27FC236}">
                <a16:creationId xmlns:a16="http://schemas.microsoft.com/office/drawing/2014/main" id="{8F764AED-179B-F6F9-A29A-BB5975D9B334}"/>
              </a:ext>
            </a:extLst>
          </p:cNvPr>
          <p:cNvSpPr txBox="1"/>
          <p:nvPr/>
        </p:nvSpPr>
        <p:spPr>
          <a:xfrm>
            <a:off x="6277857" y="5140183"/>
            <a:ext cx="1167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“porcaria”</a:t>
            </a:r>
          </a:p>
        </p:txBody>
      </p:sp>
      <p:sp>
        <p:nvSpPr>
          <p:cNvPr id="10" name="Elipse 23">
            <a:extLst>
              <a:ext uri="{FF2B5EF4-FFF2-40B4-BE49-F238E27FC236}">
                <a16:creationId xmlns:a16="http://schemas.microsoft.com/office/drawing/2014/main" id="{67FDB3D0-8920-3AE3-FFED-FD00D697FB88}"/>
              </a:ext>
            </a:extLst>
          </p:cNvPr>
          <p:cNvSpPr/>
          <p:nvPr/>
        </p:nvSpPr>
        <p:spPr>
          <a:xfrm>
            <a:off x="1418477" y="5418780"/>
            <a:ext cx="204281" cy="204281"/>
          </a:xfrm>
          <a:prstGeom prst="ellipse">
            <a:avLst/>
          </a:prstGeom>
          <a:solidFill>
            <a:srgbClr val="AFEBF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35">
            <a:extLst>
              <a:ext uri="{FF2B5EF4-FFF2-40B4-BE49-F238E27FC236}">
                <a16:creationId xmlns:a16="http://schemas.microsoft.com/office/drawing/2014/main" id="{A9F318C8-0901-0DBF-577A-00A75B2D9C77}"/>
              </a:ext>
            </a:extLst>
          </p:cNvPr>
          <p:cNvCxnSpPr>
            <a:cxnSpLocks/>
            <a:stCxn id="10" idx="6"/>
            <a:endCxn id="71" idx="1"/>
          </p:cNvCxnSpPr>
          <p:nvPr/>
        </p:nvCxnSpPr>
        <p:spPr>
          <a:xfrm>
            <a:off x="1622758" y="5520921"/>
            <a:ext cx="1353385" cy="589615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40">
            <a:extLst>
              <a:ext uri="{FF2B5EF4-FFF2-40B4-BE49-F238E27FC236}">
                <a16:creationId xmlns:a16="http://schemas.microsoft.com/office/drawing/2014/main" id="{3E2A2F40-6A2B-94A9-136E-55799664561E}"/>
              </a:ext>
            </a:extLst>
          </p:cNvPr>
          <p:cNvCxnSpPr>
            <a:cxnSpLocks/>
            <a:endCxn id="77" idx="1"/>
          </p:cNvCxnSpPr>
          <p:nvPr/>
        </p:nvCxnSpPr>
        <p:spPr>
          <a:xfrm flipV="1">
            <a:off x="3770940" y="4991441"/>
            <a:ext cx="517946" cy="1137161"/>
          </a:xfrm>
          <a:prstGeom prst="straightConnector1">
            <a:avLst/>
          </a:prstGeom>
          <a:ln w="28575">
            <a:solidFill>
              <a:srgbClr val="FF00FF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aixaDeTexto 53">
            <a:extLst>
              <a:ext uri="{FF2B5EF4-FFF2-40B4-BE49-F238E27FC236}">
                <a16:creationId xmlns:a16="http://schemas.microsoft.com/office/drawing/2014/main" id="{61BFE80E-954A-DEA3-5496-1B8C631FF9D7}"/>
              </a:ext>
            </a:extLst>
          </p:cNvPr>
          <p:cNvSpPr txBox="1"/>
          <p:nvPr/>
        </p:nvSpPr>
        <p:spPr>
          <a:xfrm>
            <a:off x="624945" y="4942311"/>
            <a:ext cx="81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“uma”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924684C-0380-EFCC-CA0E-E576A4D14927}"/>
                  </a:ext>
                </a:extLst>
              </p:cNvPr>
              <p:cNvSpPr txBox="1"/>
              <p:nvPr/>
            </p:nvSpPr>
            <p:spPr>
              <a:xfrm>
                <a:off x="2246053" y="3418266"/>
                <a:ext cx="555471" cy="532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/>
                        <m:sup/>
                      </m:sSubSup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924684C-0380-EFCC-CA0E-E576A4D14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053" y="3418266"/>
                <a:ext cx="555471" cy="5320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B3D97D58-71C1-8221-B167-F5F091B3A05D}"/>
              </a:ext>
            </a:extLst>
          </p:cNvPr>
          <p:cNvGrpSpPr/>
          <p:nvPr/>
        </p:nvGrpSpPr>
        <p:grpSpPr>
          <a:xfrm>
            <a:off x="2922553" y="3458572"/>
            <a:ext cx="805374" cy="737662"/>
            <a:chOff x="9582946" y="2474001"/>
            <a:chExt cx="805374" cy="73766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7FDD444-D3C2-435F-0967-354C870C157D}"/>
                </a:ext>
              </a:extLst>
            </p:cNvPr>
            <p:cNvGrpSpPr/>
            <p:nvPr/>
          </p:nvGrpSpPr>
          <p:grpSpPr>
            <a:xfrm>
              <a:off x="9647515" y="2474001"/>
              <a:ext cx="740805" cy="737662"/>
              <a:chOff x="9663390" y="2474001"/>
              <a:chExt cx="740805" cy="737662"/>
            </a:xfrm>
          </p:grpSpPr>
          <p:sp>
            <p:nvSpPr>
              <p:cNvPr id="53" name="Partial Circle 52">
                <a:extLst>
                  <a:ext uri="{FF2B5EF4-FFF2-40B4-BE49-F238E27FC236}">
                    <a16:creationId xmlns:a16="http://schemas.microsoft.com/office/drawing/2014/main" id="{03D042EB-391A-7FC6-4B5E-8C084AA4205B}"/>
                  </a:ext>
                </a:extLst>
              </p:cNvPr>
              <p:cNvSpPr/>
              <p:nvPr/>
            </p:nvSpPr>
            <p:spPr>
              <a:xfrm>
                <a:off x="9663390" y="2474001"/>
                <a:ext cx="740723" cy="737662"/>
              </a:xfrm>
              <a:prstGeom prst="pie">
                <a:avLst>
                  <a:gd name="adj1" fmla="val 5365874"/>
                  <a:gd name="adj2" fmla="val 1620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Partial Circle 53">
                <a:extLst>
                  <a:ext uri="{FF2B5EF4-FFF2-40B4-BE49-F238E27FC236}">
                    <a16:creationId xmlns:a16="http://schemas.microsoft.com/office/drawing/2014/main" id="{77435BBE-393F-51A9-2283-17977A57242B}"/>
                  </a:ext>
                </a:extLst>
              </p:cNvPr>
              <p:cNvSpPr/>
              <p:nvPr/>
            </p:nvSpPr>
            <p:spPr>
              <a:xfrm>
                <a:off x="9663472" y="2474001"/>
                <a:ext cx="740723" cy="737662"/>
              </a:xfrm>
              <a:prstGeom prst="pie">
                <a:avLst>
                  <a:gd name="adj1" fmla="val 16204423"/>
                  <a:gd name="adj2" fmla="val 5377410"/>
                </a:avLst>
              </a:prstGeom>
              <a:solidFill>
                <a:srgbClr val="FFB9FF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2382C94-C85B-E389-A622-54D308C0B85D}"/>
                    </a:ext>
                  </a:extLst>
                </p:cNvPr>
                <p:cNvSpPr txBox="1"/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pt-BR" sz="36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5ADB0B9-62F3-8553-0801-C2B61EC07A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70F8D53-8721-EDE5-49C3-F6BFEEE19C56}"/>
                </a:ext>
              </a:extLst>
            </p:cNvPr>
            <p:cNvSpPr/>
            <p:nvPr/>
          </p:nvSpPr>
          <p:spPr>
            <a:xfrm>
              <a:off x="10091575" y="2745001"/>
              <a:ext cx="203229" cy="233954"/>
            </a:xfrm>
            <a:custGeom>
              <a:avLst/>
              <a:gdLst>
                <a:gd name="connsiteX0" fmla="*/ 0 w 500332"/>
                <a:gd name="connsiteY0" fmla="*/ 580347 h 580347"/>
                <a:gd name="connsiteX1" fmla="*/ 77638 w 500332"/>
                <a:gd name="connsiteY1" fmla="*/ 571720 h 580347"/>
                <a:gd name="connsiteX2" fmla="*/ 163902 w 500332"/>
                <a:gd name="connsiteY2" fmla="*/ 528588 h 580347"/>
                <a:gd name="connsiteX3" fmla="*/ 181155 w 500332"/>
                <a:gd name="connsiteY3" fmla="*/ 502709 h 580347"/>
                <a:gd name="connsiteX4" fmla="*/ 207034 w 500332"/>
                <a:gd name="connsiteY4" fmla="*/ 476830 h 580347"/>
                <a:gd name="connsiteX5" fmla="*/ 215660 w 500332"/>
                <a:gd name="connsiteY5" fmla="*/ 450950 h 580347"/>
                <a:gd name="connsiteX6" fmla="*/ 232913 w 500332"/>
                <a:gd name="connsiteY6" fmla="*/ 416445 h 580347"/>
                <a:gd name="connsiteX7" fmla="*/ 250166 w 500332"/>
                <a:gd name="connsiteY7" fmla="*/ 321554 h 580347"/>
                <a:gd name="connsiteX8" fmla="*/ 258792 w 500332"/>
                <a:gd name="connsiteY8" fmla="*/ 295675 h 580347"/>
                <a:gd name="connsiteX9" fmla="*/ 276045 w 500332"/>
                <a:gd name="connsiteY9" fmla="*/ 192158 h 580347"/>
                <a:gd name="connsiteX10" fmla="*/ 293298 w 500332"/>
                <a:gd name="connsiteY10" fmla="*/ 123147 h 580347"/>
                <a:gd name="connsiteX11" fmla="*/ 310551 w 500332"/>
                <a:gd name="connsiteY11" fmla="*/ 54135 h 580347"/>
                <a:gd name="connsiteX12" fmla="*/ 336430 w 500332"/>
                <a:gd name="connsiteY12" fmla="*/ 19630 h 580347"/>
                <a:gd name="connsiteX13" fmla="*/ 500332 w 500332"/>
                <a:gd name="connsiteY13" fmla="*/ 2377 h 58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0332" h="580347">
                  <a:moveTo>
                    <a:pt x="0" y="580347"/>
                  </a:moveTo>
                  <a:cubicBezTo>
                    <a:pt x="25879" y="577471"/>
                    <a:pt x="52177" y="577176"/>
                    <a:pt x="77638" y="571720"/>
                  </a:cubicBezTo>
                  <a:cubicBezTo>
                    <a:pt x="108074" y="565198"/>
                    <a:pt x="138095" y="544072"/>
                    <a:pt x="163902" y="528588"/>
                  </a:cubicBezTo>
                  <a:cubicBezTo>
                    <a:pt x="169653" y="519962"/>
                    <a:pt x="174518" y="510674"/>
                    <a:pt x="181155" y="502709"/>
                  </a:cubicBezTo>
                  <a:cubicBezTo>
                    <a:pt x="188965" y="493337"/>
                    <a:pt x="200267" y="486981"/>
                    <a:pt x="207034" y="476830"/>
                  </a:cubicBezTo>
                  <a:cubicBezTo>
                    <a:pt x="212078" y="469264"/>
                    <a:pt x="212078" y="459308"/>
                    <a:pt x="215660" y="450950"/>
                  </a:cubicBezTo>
                  <a:cubicBezTo>
                    <a:pt x="220725" y="439130"/>
                    <a:pt x="227162" y="427947"/>
                    <a:pt x="232913" y="416445"/>
                  </a:cubicBezTo>
                  <a:cubicBezTo>
                    <a:pt x="236757" y="393382"/>
                    <a:pt x="244140" y="345660"/>
                    <a:pt x="250166" y="321554"/>
                  </a:cubicBezTo>
                  <a:cubicBezTo>
                    <a:pt x="252371" y="312733"/>
                    <a:pt x="255917" y="304301"/>
                    <a:pt x="258792" y="295675"/>
                  </a:cubicBezTo>
                  <a:cubicBezTo>
                    <a:pt x="265118" y="251399"/>
                    <a:pt x="266587" y="233145"/>
                    <a:pt x="276045" y="192158"/>
                  </a:cubicBezTo>
                  <a:cubicBezTo>
                    <a:pt x="281377" y="169054"/>
                    <a:pt x="288648" y="146398"/>
                    <a:pt x="293298" y="123147"/>
                  </a:cubicBezTo>
                  <a:cubicBezTo>
                    <a:pt x="295483" y="112221"/>
                    <a:pt x="302388" y="68420"/>
                    <a:pt x="310551" y="54135"/>
                  </a:cubicBezTo>
                  <a:cubicBezTo>
                    <a:pt x="317684" y="41652"/>
                    <a:pt x="324467" y="27605"/>
                    <a:pt x="336430" y="19630"/>
                  </a:cubicBezTo>
                  <a:cubicBezTo>
                    <a:pt x="380041" y="-9444"/>
                    <a:pt x="459642" y="2377"/>
                    <a:pt x="500332" y="2377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55" name="Conector de Seta Reta 35">
            <a:extLst>
              <a:ext uri="{FF2B5EF4-FFF2-40B4-BE49-F238E27FC236}">
                <a16:creationId xmlns:a16="http://schemas.microsoft.com/office/drawing/2014/main" id="{65D74564-77B6-1064-8383-BF5FE536915A}"/>
              </a:ext>
            </a:extLst>
          </p:cNvPr>
          <p:cNvCxnSpPr>
            <a:cxnSpLocks/>
            <a:stCxn id="10" idx="6"/>
            <a:endCxn id="65" idx="1"/>
          </p:cNvCxnSpPr>
          <p:nvPr/>
        </p:nvCxnSpPr>
        <p:spPr>
          <a:xfrm flipV="1">
            <a:off x="1622758" y="5010688"/>
            <a:ext cx="1315487" cy="510233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ector de Seta Reta 35">
            <a:extLst>
              <a:ext uri="{FF2B5EF4-FFF2-40B4-BE49-F238E27FC236}">
                <a16:creationId xmlns:a16="http://schemas.microsoft.com/office/drawing/2014/main" id="{AC754B13-2667-4D6F-9BBA-EC67F6CF096A}"/>
              </a:ext>
            </a:extLst>
          </p:cNvPr>
          <p:cNvCxnSpPr>
            <a:cxnSpLocks/>
            <a:stCxn id="10" idx="6"/>
            <a:endCxn id="50" idx="1"/>
          </p:cNvCxnSpPr>
          <p:nvPr/>
        </p:nvCxnSpPr>
        <p:spPr>
          <a:xfrm flipV="1">
            <a:off x="1622758" y="3852226"/>
            <a:ext cx="1299795" cy="1668695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ector de Seta Reta 40">
            <a:extLst>
              <a:ext uri="{FF2B5EF4-FFF2-40B4-BE49-F238E27FC236}">
                <a16:creationId xmlns:a16="http://schemas.microsoft.com/office/drawing/2014/main" id="{E9996FC9-D3CA-9279-3BFE-0A4E20E2D8DA}"/>
              </a:ext>
            </a:extLst>
          </p:cNvPr>
          <p:cNvCxnSpPr>
            <a:cxnSpLocks/>
            <a:endCxn id="77" idx="1"/>
          </p:cNvCxnSpPr>
          <p:nvPr/>
        </p:nvCxnSpPr>
        <p:spPr>
          <a:xfrm>
            <a:off x="3757782" y="4977854"/>
            <a:ext cx="531104" cy="13587"/>
          </a:xfrm>
          <a:prstGeom prst="straightConnector1">
            <a:avLst/>
          </a:prstGeom>
          <a:ln w="28575">
            <a:solidFill>
              <a:srgbClr val="FF00FF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ector de Seta Reta 40">
            <a:extLst>
              <a:ext uri="{FF2B5EF4-FFF2-40B4-BE49-F238E27FC236}">
                <a16:creationId xmlns:a16="http://schemas.microsoft.com/office/drawing/2014/main" id="{35ED826C-D1C2-78EB-9354-8A0126C091B3}"/>
              </a:ext>
            </a:extLst>
          </p:cNvPr>
          <p:cNvCxnSpPr>
            <a:cxnSpLocks/>
            <a:stCxn id="54" idx="0"/>
            <a:endCxn id="77" idx="1"/>
          </p:cNvCxnSpPr>
          <p:nvPr/>
        </p:nvCxnSpPr>
        <p:spPr>
          <a:xfrm>
            <a:off x="3727927" y="3827403"/>
            <a:ext cx="560959" cy="1164038"/>
          </a:xfrm>
          <a:prstGeom prst="straightConnector1">
            <a:avLst/>
          </a:prstGeom>
          <a:ln w="28575">
            <a:solidFill>
              <a:srgbClr val="FF00FF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Elipse 23">
            <a:extLst>
              <a:ext uri="{FF2B5EF4-FFF2-40B4-BE49-F238E27FC236}">
                <a16:creationId xmlns:a16="http://schemas.microsoft.com/office/drawing/2014/main" id="{72866D98-4C40-ADC6-4183-36AF6561CA15}"/>
              </a:ext>
            </a:extLst>
          </p:cNvPr>
          <p:cNvSpPr/>
          <p:nvPr/>
        </p:nvSpPr>
        <p:spPr>
          <a:xfrm>
            <a:off x="1417548" y="5846871"/>
            <a:ext cx="204281" cy="204281"/>
          </a:xfrm>
          <a:prstGeom prst="ellipse">
            <a:avLst/>
          </a:prstGeom>
          <a:solidFill>
            <a:srgbClr val="AFEBF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0" name="Conector de Seta Reta 35">
            <a:extLst>
              <a:ext uri="{FF2B5EF4-FFF2-40B4-BE49-F238E27FC236}">
                <a16:creationId xmlns:a16="http://schemas.microsoft.com/office/drawing/2014/main" id="{2E9EE910-97C1-97A9-771C-D9885F66A0AA}"/>
              </a:ext>
            </a:extLst>
          </p:cNvPr>
          <p:cNvCxnSpPr>
            <a:cxnSpLocks/>
            <a:stCxn id="59" idx="6"/>
            <a:endCxn id="50" idx="1"/>
          </p:cNvCxnSpPr>
          <p:nvPr/>
        </p:nvCxnSpPr>
        <p:spPr>
          <a:xfrm flipV="1">
            <a:off x="1621829" y="3852226"/>
            <a:ext cx="1300724" cy="2096786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ector de Seta Reta 35">
            <a:extLst>
              <a:ext uri="{FF2B5EF4-FFF2-40B4-BE49-F238E27FC236}">
                <a16:creationId xmlns:a16="http://schemas.microsoft.com/office/drawing/2014/main" id="{CBE2EA34-57C2-0BD3-6BF2-DA6075C0C543}"/>
              </a:ext>
            </a:extLst>
          </p:cNvPr>
          <p:cNvCxnSpPr>
            <a:cxnSpLocks/>
            <a:stCxn id="59" idx="6"/>
            <a:endCxn id="65" idx="1"/>
          </p:cNvCxnSpPr>
          <p:nvPr/>
        </p:nvCxnSpPr>
        <p:spPr>
          <a:xfrm flipV="1">
            <a:off x="1621829" y="5010688"/>
            <a:ext cx="1316416" cy="938324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Conector de Seta Reta 35">
            <a:extLst>
              <a:ext uri="{FF2B5EF4-FFF2-40B4-BE49-F238E27FC236}">
                <a16:creationId xmlns:a16="http://schemas.microsoft.com/office/drawing/2014/main" id="{8D791673-7E73-3070-3F58-E1FE4214EC1C}"/>
              </a:ext>
            </a:extLst>
          </p:cNvPr>
          <p:cNvCxnSpPr>
            <a:cxnSpLocks/>
            <a:stCxn id="59" idx="6"/>
            <a:endCxn id="71" idx="1"/>
          </p:cNvCxnSpPr>
          <p:nvPr/>
        </p:nvCxnSpPr>
        <p:spPr>
          <a:xfrm>
            <a:off x="1621829" y="5949012"/>
            <a:ext cx="1354314" cy="161524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84B3014-B2C2-3ED3-FBEC-7CF8C1CFB5A4}"/>
              </a:ext>
            </a:extLst>
          </p:cNvPr>
          <p:cNvGrpSpPr/>
          <p:nvPr/>
        </p:nvGrpSpPr>
        <p:grpSpPr>
          <a:xfrm>
            <a:off x="2938245" y="4617034"/>
            <a:ext cx="805374" cy="737662"/>
            <a:chOff x="9582946" y="2474001"/>
            <a:chExt cx="805374" cy="73766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FEBC2715-D0BD-568D-87A7-5DF261B87E18}"/>
                </a:ext>
              </a:extLst>
            </p:cNvPr>
            <p:cNvGrpSpPr/>
            <p:nvPr/>
          </p:nvGrpSpPr>
          <p:grpSpPr>
            <a:xfrm>
              <a:off x="9647515" y="2474001"/>
              <a:ext cx="740805" cy="737662"/>
              <a:chOff x="9663390" y="2474001"/>
              <a:chExt cx="740805" cy="737662"/>
            </a:xfrm>
          </p:grpSpPr>
          <p:sp>
            <p:nvSpPr>
              <p:cNvPr id="67" name="Partial Circle 66">
                <a:extLst>
                  <a:ext uri="{FF2B5EF4-FFF2-40B4-BE49-F238E27FC236}">
                    <a16:creationId xmlns:a16="http://schemas.microsoft.com/office/drawing/2014/main" id="{9CA10E04-A109-E024-D49B-8E23BDFBF56A}"/>
                  </a:ext>
                </a:extLst>
              </p:cNvPr>
              <p:cNvSpPr/>
              <p:nvPr/>
            </p:nvSpPr>
            <p:spPr>
              <a:xfrm>
                <a:off x="9663390" y="2474001"/>
                <a:ext cx="740723" cy="737662"/>
              </a:xfrm>
              <a:prstGeom prst="pie">
                <a:avLst>
                  <a:gd name="adj1" fmla="val 5365874"/>
                  <a:gd name="adj2" fmla="val 1620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Partial Circle 67">
                <a:extLst>
                  <a:ext uri="{FF2B5EF4-FFF2-40B4-BE49-F238E27FC236}">
                    <a16:creationId xmlns:a16="http://schemas.microsoft.com/office/drawing/2014/main" id="{9E091289-A785-1D83-ED48-6D1227CEB23A}"/>
                  </a:ext>
                </a:extLst>
              </p:cNvPr>
              <p:cNvSpPr/>
              <p:nvPr/>
            </p:nvSpPr>
            <p:spPr>
              <a:xfrm>
                <a:off x="9663472" y="2474001"/>
                <a:ext cx="740723" cy="737662"/>
              </a:xfrm>
              <a:prstGeom prst="pie">
                <a:avLst>
                  <a:gd name="adj1" fmla="val 16204423"/>
                  <a:gd name="adj2" fmla="val 5377410"/>
                </a:avLst>
              </a:prstGeom>
              <a:solidFill>
                <a:srgbClr val="FFB9FF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49D255D-1B06-674E-280E-E89420EF4DA2}"/>
                    </a:ext>
                  </a:extLst>
                </p:cNvPr>
                <p:cNvSpPr txBox="1"/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pt-BR" sz="3600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71004B3-B65A-98D5-4722-837210B19C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30827FA-28C1-9076-4E3C-9472B6A41553}"/>
                </a:ext>
              </a:extLst>
            </p:cNvPr>
            <p:cNvSpPr/>
            <p:nvPr/>
          </p:nvSpPr>
          <p:spPr>
            <a:xfrm>
              <a:off x="10091575" y="2745001"/>
              <a:ext cx="203229" cy="233954"/>
            </a:xfrm>
            <a:custGeom>
              <a:avLst/>
              <a:gdLst>
                <a:gd name="connsiteX0" fmla="*/ 0 w 500332"/>
                <a:gd name="connsiteY0" fmla="*/ 580347 h 580347"/>
                <a:gd name="connsiteX1" fmla="*/ 77638 w 500332"/>
                <a:gd name="connsiteY1" fmla="*/ 571720 h 580347"/>
                <a:gd name="connsiteX2" fmla="*/ 163902 w 500332"/>
                <a:gd name="connsiteY2" fmla="*/ 528588 h 580347"/>
                <a:gd name="connsiteX3" fmla="*/ 181155 w 500332"/>
                <a:gd name="connsiteY3" fmla="*/ 502709 h 580347"/>
                <a:gd name="connsiteX4" fmla="*/ 207034 w 500332"/>
                <a:gd name="connsiteY4" fmla="*/ 476830 h 580347"/>
                <a:gd name="connsiteX5" fmla="*/ 215660 w 500332"/>
                <a:gd name="connsiteY5" fmla="*/ 450950 h 580347"/>
                <a:gd name="connsiteX6" fmla="*/ 232913 w 500332"/>
                <a:gd name="connsiteY6" fmla="*/ 416445 h 580347"/>
                <a:gd name="connsiteX7" fmla="*/ 250166 w 500332"/>
                <a:gd name="connsiteY7" fmla="*/ 321554 h 580347"/>
                <a:gd name="connsiteX8" fmla="*/ 258792 w 500332"/>
                <a:gd name="connsiteY8" fmla="*/ 295675 h 580347"/>
                <a:gd name="connsiteX9" fmla="*/ 276045 w 500332"/>
                <a:gd name="connsiteY9" fmla="*/ 192158 h 580347"/>
                <a:gd name="connsiteX10" fmla="*/ 293298 w 500332"/>
                <a:gd name="connsiteY10" fmla="*/ 123147 h 580347"/>
                <a:gd name="connsiteX11" fmla="*/ 310551 w 500332"/>
                <a:gd name="connsiteY11" fmla="*/ 54135 h 580347"/>
                <a:gd name="connsiteX12" fmla="*/ 336430 w 500332"/>
                <a:gd name="connsiteY12" fmla="*/ 19630 h 580347"/>
                <a:gd name="connsiteX13" fmla="*/ 500332 w 500332"/>
                <a:gd name="connsiteY13" fmla="*/ 2377 h 58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0332" h="580347">
                  <a:moveTo>
                    <a:pt x="0" y="580347"/>
                  </a:moveTo>
                  <a:cubicBezTo>
                    <a:pt x="25879" y="577471"/>
                    <a:pt x="52177" y="577176"/>
                    <a:pt x="77638" y="571720"/>
                  </a:cubicBezTo>
                  <a:cubicBezTo>
                    <a:pt x="108074" y="565198"/>
                    <a:pt x="138095" y="544072"/>
                    <a:pt x="163902" y="528588"/>
                  </a:cubicBezTo>
                  <a:cubicBezTo>
                    <a:pt x="169653" y="519962"/>
                    <a:pt x="174518" y="510674"/>
                    <a:pt x="181155" y="502709"/>
                  </a:cubicBezTo>
                  <a:cubicBezTo>
                    <a:pt x="188965" y="493337"/>
                    <a:pt x="200267" y="486981"/>
                    <a:pt x="207034" y="476830"/>
                  </a:cubicBezTo>
                  <a:cubicBezTo>
                    <a:pt x="212078" y="469264"/>
                    <a:pt x="212078" y="459308"/>
                    <a:pt x="215660" y="450950"/>
                  </a:cubicBezTo>
                  <a:cubicBezTo>
                    <a:pt x="220725" y="439130"/>
                    <a:pt x="227162" y="427947"/>
                    <a:pt x="232913" y="416445"/>
                  </a:cubicBezTo>
                  <a:cubicBezTo>
                    <a:pt x="236757" y="393382"/>
                    <a:pt x="244140" y="345660"/>
                    <a:pt x="250166" y="321554"/>
                  </a:cubicBezTo>
                  <a:cubicBezTo>
                    <a:pt x="252371" y="312733"/>
                    <a:pt x="255917" y="304301"/>
                    <a:pt x="258792" y="295675"/>
                  </a:cubicBezTo>
                  <a:cubicBezTo>
                    <a:pt x="265118" y="251399"/>
                    <a:pt x="266587" y="233145"/>
                    <a:pt x="276045" y="192158"/>
                  </a:cubicBezTo>
                  <a:cubicBezTo>
                    <a:pt x="281377" y="169054"/>
                    <a:pt x="288648" y="146398"/>
                    <a:pt x="293298" y="123147"/>
                  </a:cubicBezTo>
                  <a:cubicBezTo>
                    <a:pt x="295483" y="112221"/>
                    <a:pt x="302388" y="68420"/>
                    <a:pt x="310551" y="54135"/>
                  </a:cubicBezTo>
                  <a:cubicBezTo>
                    <a:pt x="317684" y="41652"/>
                    <a:pt x="324467" y="27605"/>
                    <a:pt x="336430" y="19630"/>
                  </a:cubicBezTo>
                  <a:cubicBezTo>
                    <a:pt x="380041" y="-9444"/>
                    <a:pt x="459642" y="2377"/>
                    <a:pt x="500332" y="2377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1AB4D3E-1481-D546-AEA5-D5EF6EBCA5CF}"/>
              </a:ext>
            </a:extLst>
          </p:cNvPr>
          <p:cNvGrpSpPr/>
          <p:nvPr/>
        </p:nvGrpSpPr>
        <p:grpSpPr>
          <a:xfrm>
            <a:off x="2976143" y="5716882"/>
            <a:ext cx="805374" cy="737662"/>
            <a:chOff x="9582946" y="2474001"/>
            <a:chExt cx="805374" cy="737662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6CF7DCC-AE6C-55A4-E94F-9E16B73F278E}"/>
                </a:ext>
              </a:extLst>
            </p:cNvPr>
            <p:cNvGrpSpPr/>
            <p:nvPr/>
          </p:nvGrpSpPr>
          <p:grpSpPr>
            <a:xfrm>
              <a:off x="9647515" y="2474001"/>
              <a:ext cx="740805" cy="737662"/>
              <a:chOff x="9663390" y="2474001"/>
              <a:chExt cx="740805" cy="737662"/>
            </a:xfrm>
          </p:grpSpPr>
          <p:sp>
            <p:nvSpPr>
              <p:cNvPr id="73" name="Partial Circle 72">
                <a:extLst>
                  <a:ext uri="{FF2B5EF4-FFF2-40B4-BE49-F238E27FC236}">
                    <a16:creationId xmlns:a16="http://schemas.microsoft.com/office/drawing/2014/main" id="{18ACDFBB-57F6-ED76-6E4B-74590F7D9C46}"/>
                  </a:ext>
                </a:extLst>
              </p:cNvPr>
              <p:cNvSpPr/>
              <p:nvPr/>
            </p:nvSpPr>
            <p:spPr>
              <a:xfrm>
                <a:off x="9663390" y="2474001"/>
                <a:ext cx="740723" cy="737662"/>
              </a:xfrm>
              <a:prstGeom prst="pie">
                <a:avLst>
                  <a:gd name="adj1" fmla="val 5365874"/>
                  <a:gd name="adj2" fmla="val 1620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Partial Circle 73">
                <a:extLst>
                  <a:ext uri="{FF2B5EF4-FFF2-40B4-BE49-F238E27FC236}">
                    <a16:creationId xmlns:a16="http://schemas.microsoft.com/office/drawing/2014/main" id="{3B71CD2E-80DF-23A9-90FB-918A51428718}"/>
                  </a:ext>
                </a:extLst>
              </p:cNvPr>
              <p:cNvSpPr/>
              <p:nvPr/>
            </p:nvSpPr>
            <p:spPr>
              <a:xfrm>
                <a:off x="9663472" y="2474001"/>
                <a:ext cx="740723" cy="737662"/>
              </a:xfrm>
              <a:prstGeom prst="pie">
                <a:avLst>
                  <a:gd name="adj1" fmla="val 16204423"/>
                  <a:gd name="adj2" fmla="val 5377410"/>
                </a:avLst>
              </a:prstGeom>
              <a:solidFill>
                <a:srgbClr val="FFB9FF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A0D3C274-3AE3-3AE8-DAA7-D2B6B9FE1E5A}"/>
                    </a:ext>
                  </a:extLst>
                </p:cNvPr>
                <p:cNvSpPr txBox="1"/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pt-BR" sz="36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8D0E09B5-1C94-17BF-2C48-ED445EB6E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40B92F5-43D2-442A-305F-E3C9053938E4}"/>
                </a:ext>
              </a:extLst>
            </p:cNvPr>
            <p:cNvSpPr/>
            <p:nvPr/>
          </p:nvSpPr>
          <p:spPr>
            <a:xfrm>
              <a:off x="10091575" y="2745001"/>
              <a:ext cx="203229" cy="233954"/>
            </a:xfrm>
            <a:custGeom>
              <a:avLst/>
              <a:gdLst>
                <a:gd name="connsiteX0" fmla="*/ 0 w 500332"/>
                <a:gd name="connsiteY0" fmla="*/ 580347 h 580347"/>
                <a:gd name="connsiteX1" fmla="*/ 77638 w 500332"/>
                <a:gd name="connsiteY1" fmla="*/ 571720 h 580347"/>
                <a:gd name="connsiteX2" fmla="*/ 163902 w 500332"/>
                <a:gd name="connsiteY2" fmla="*/ 528588 h 580347"/>
                <a:gd name="connsiteX3" fmla="*/ 181155 w 500332"/>
                <a:gd name="connsiteY3" fmla="*/ 502709 h 580347"/>
                <a:gd name="connsiteX4" fmla="*/ 207034 w 500332"/>
                <a:gd name="connsiteY4" fmla="*/ 476830 h 580347"/>
                <a:gd name="connsiteX5" fmla="*/ 215660 w 500332"/>
                <a:gd name="connsiteY5" fmla="*/ 450950 h 580347"/>
                <a:gd name="connsiteX6" fmla="*/ 232913 w 500332"/>
                <a:gd name="connsiteY6" fmla="*/ 416445 h 580347"/>
                <a:gd name="connsiteX7" fmla="*/ 250166 w 500332"/>
                <a:gd name="connsiteY7" fmla="*/ 321554 h 580347"/>
                <a:gd name="connsiteX8" fmla="*/ 258792 w 500332"/>
                <a:gd name="connsiteY8" fmla="*/ 295675 h 580347"/>
                <a:gd name="connsiteX9" fmla="*/ 276045 w 500332"/>
                <a:gd name="connsiteY9" fmla="*/ 192158 h 580347"/>
                <a:gd name="connsiteX10" fmla="*/ 293298 w 500332"/>
                <a:gd name="connsiteY10" fmla="*/ 123147 h 580347"/>
                <a:gd name="connsiteX11" fmla="*/ 310551 w 500332"/>
                <a:gd name="connsiteY11" fmla="*/ 54135 h 580347"/>
                <a:gd name="connsiteX12" fmla="*/ 336430 w 500332"/>
                <a:gd name="connsiteY12" fmla="*/ 19630 h 580347"/>
                <a:gd name="connsiteX13" fmla="*/ 500332 w 500332"/>
                <a:gd name="connsiteY13" fmla="*/ 2377 h 58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0332" h="580347">
                  <a:moveTo>
                    <a:pt x="0" y="580347"/>
                  </a:moveTo>
                  <a:cubicBezTo>
                    <a:pt x="25879" y="577471"/>
                    <a:pt x="52177" y="577176"/>
                    <a:pt x="77638" y="571720"/>
                  </a:cubicBezTo>
                  <a:cubicBezTo>
                    <a:pt x="108074" y="565198"/>
                    <a:pt x="138095" y="544072"/>
                    <a:pt x="163902" y="528588"/>
                  </a:cubicBezTo>
                  <a:cubicBezTo>
                    <a:pt x="169653" y="519962"/>
                    <a:pt x="174518" y="510674"/>
                    <a:pt x="181155" y="502709"/>
                  </a:cubicBezTo>
                  <a:cubicBezTo>
                    <a:pt x="188965" y="493337"/>
                    <a:pt x="200267" y="486981"/>
                    <a:pt x="207034" y="476830"/>
                  </a:cubicBezTo>
                  <a:cubicBezTo>
                    <a:pt x="212078" y="469264"/>
                    <a:pt x="212078" y="459308"/>
                    <a:pt x="215660" y="450950"/>
                  </a:cubicBezTo>
                  <a:cubicBezTo>
                    <a:pt x="220725" y="439130"/>
                    <a:pt x="227162" y="427947"/>
                    <a:pt x="232913" y="416445"/>
                  </a:cubicBezTo>
                  <a:cubicBezTo>
                    <a:pt x="236757" y="393382"/>
                    <a:pt x="244140" y="345660"/>
                    <a:pt x="250166" y="321554"/>
                  </a:cubicBezTo>
                  <a:cubicBezTo>
                    <a:pt x="252371" y="312733"/>
                    <a:pt x="255917" y="304301"/>
                    <a:pt x="258792" y="295675"/>
                  </a:cubicBezTo>
                  <a:cubicBezTo>
                    <a:pt x="265118" y="251399"/>
                    <a:pt x="266587" y="233145"/>
                    <a:pt x="276045" y="192158"/>
                  </a:cubicBezTo>
                  <a:cubicBezTo>
                    <a:pt x="281377" y="169054"/>
                    <a:pt x="288648" y="146398"/>
                    <a:pt x="293298" y="123147"/>
                  </a:cubicBezTo>
                  <a:cubicBezTo>
                    <a:pt x="295483" y="112221"/>
                    <a:pt x="302388" y="68420"/>
                    <a:pt x="310551" y="54135"/>
                  </a:cubicBezTo>
                  <a:cubicBezTo>
                    <a:pt x="317684" y="41652"/>
                    <a:pt x="324467" y="27605"/>
                    <a:pt x="336430" y="19630"/>
                  </a:cubicBezTo>
                  <a:cubicBezTo>
                    <a:pt x="380041" y="-9444"/>
                    <a:pt x="459642" y="2377"/>
                    <a:pt x="500332" y="2377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C6D12BA-8B74-763B-6033-CC821237E638}"/>
              </a:ext>
            </a:extLst>
          </p:cNvPr>
          <p:cNvGrpSpPr/>
          <p:nvPr/>
        </p:nvGrpSpPr>
        <p:grpSpPr>
          <a:xfrm>
            <a:off x="4288886" y="4597787"/>
            <a:ext cx="805374" cy="737662"/>
            <a:chOff x="9582946" y="2474001"/>
            <a:chExt cx="805374" cy="737662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3EC445D-7BEF-D0F5-E867-61A128BE351F}"/>
                </a:ext>
              </a:extLst>
            </p:cNvPr>
            <p:cNvGrpSpPr/>
            <p:nvPr/>
          </p:nvGrpSpPr>
          <p:grpSpPr>
            <a:xfrm>
              <a:off x="9647515" y="2474001"/>
              <a:ext cx="740805" cy="737662"/>
              <a:chOff x="9663390" y="2474001"/>
              <a:chExt cx="740805" cy="737662"/>
            </a:xfrm>
          </p:grpSpPr>
          <p:sp>
            <p:nvSpPr>
              <p:cNvPr id="79" name="Partial Circle 78">
                <a:extLst>
                  <a:ext uri="{FF2B5EF4-FFF2-40B4-BE49-F238E27FC236}">
                    <a16:creationId xmlns:a16="http://schemas.microsoft.com/office/drawing/2014/main" id="{C8D16519-DF0D-AD4D-DFBF-88A161CA9AF1}"/>
                  </a:ext>
                </a:extLst>
              </p:cNvPr>
              <p:cNvSpPr/>
              <p:nvPr/>
            </p:nvSpPr>
            <p:spPr>
              <a:xfrm>
                <a:off x="9663390" y="2474001"/>
                <a:ext cx="740723" cy="737662"/>
              </a:xfrm>
              <a:prstGeom prst="pie">
                <a:avLst>
                  <a:gd name="adj1" fmla="val 5365874"/>
                  <a:gd name="adj2" fmla="val 1620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Partial Circle 79">
                <a:extLst>
                  <a:ext uri="{FF2B5EF4-FFF2-40B4-BE49-F238E27FC236}">
                    <a16:creationId xmlns:a16="http://schemas.microsoft.com/office/drawing/2014/main" id="{9C9D2138-6924-BD48-3CBC-4ED70A585F08}"/>
                  </a:ext>
                </a:extLst>
              </p:cNvPr>
              <p:cNvSpPr/>
              <p:nvPr/>
            </p:nvSpPr>
            <p:spPr>
              <a:xfrm>
                <a:off x="9663472" y="2474001"/>
                <a:ext cx="740723" cy="737662"/>
              </a:xfrm>
              <a:prstGeom prst="pie">
                <a:avLst>
                  <a:gd name="adj1" fmla="val 16204423"/>
                  <a:gd name="adj2" fmla="val 5377410"/>
                </a:avLst>
              </a:prstGeom>
              <a:solidFill>
                <a:srgbClr val="FFB9FF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24C5D428-DCBB-7AE1-822E-630BE8ECB916}"/>
                    </a:ext>
                  </a:extLst>
                </p:cNvPr>
                <p:cNvSpPr txBox="1"/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pt-BR" sz="36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5ADB0B9-62F3-8553-0801-C2B61EC07A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F23C82D-D519-0652-8A84-23C5C2DD8539}"/>
                </a:ext>
              </a:extLst>
            </p:cNvPr>
            <p:cNvSpPr/>
            <p:nvPr/>
          </p:nvSpPr>
          <p:spPr>
            <a:xfrm>
              <a:off x="10091575" y="2745001"/>
              <a:ext cx="203229" cy="233954"/>
            </a:xfrm>
            <a:custGeom>
              <a:avLst/>
              <a:gdLst>
                <a:gd name="connsiteX0" fmla="*/ 0 w 500332"/>
                <a:gd name="connsiteY0" fmla="*/ 580347 h 580347"/>
                <a:gd name="connsiteX1" fmla="*/ 77638 w 500332"/>
                <a:gd name="connsiteY1" fmla="*/ 571720 h 580347"/>
                <a:gd name="connsiteX2" fmla="*/ 163902 w 500332"/>
                <a:gd name="connsiteY2" fmla="*/ 528588 h 580347"/>
                <a:gd name="connsiteX3" fmla="*/ 181155 w 500332"/>
                <a:gd name="connsiteY3" fmla="*/ 502709 h 580347"/>
                <a:gd name="connsiteX4" fmla="*/ 207034 w 500332"/>
                <a:gd name="connsiteY4" fmla="*/ 476830 h 580347"/>
                <a:gd name="connsiteX5" fmla="*/ 215660 w 500332"/>
                <a:gd name="connsiteY5" fmla="*/ 450950 h 580347"/>
                <a:gd name="connsiteX6" fmla="*/ 232913 w 500332"/>
                <a:gd name="connsiteY6" fmla="*/ 416445 h 580347"/>
                <a:gd name="connsiteX7" fmla="*/ 250166 w 500332"/>
                <a:gd name="connsiteY7" fmla="*/ 321554 h 580347"/>
                <a:gd name="connsiteX8" fmla="*/ 258792 w 500332"/>
                <a:gd name="connsiteY8" fmla="*/ 295675 h 580347"/>
                <a:gd name="connsiteX9" fmla="*/ 276045 w 500332"/>
                <a:gd name="connsiteY9" fmla="*/ 192158 h 580347"/>
                <a:gd name="connsiteX10" fmla="*/ 293298 w 500332"/>
                <a:gd name="connsiteY10" fmla="*/ 123147 h 580347"/>
                <a:gd name="connsiteX11" fmla="*/ 310551 w 500332"/>
                <a:gd name="connsiteY11" fmla="*/ 54135 h 580347"/>
                <a:gd name="connsiteX12" fmla="*/ 336430 w 500332"/>
                <a:gd name="connsiteY12" fmla="*/ 19630 h 580347"/>
                <a:gd name="connsiteX13" fmla="*/ 500332 w 500332"/>
                <a:gd name="connsiteY13" fmla="*/ 2377 h 58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0332" h="580347">
                  <a:moveTo>
                    <a:pt x="0" y="580347"/>
                  </a:moveTo>
                  <a:cubicBezTo>
                    <a:pt x="25879" y="577471"/>
                    <a:pt x="52177" y="577176"/>
                    <a:pt x="77638" y="571720"/>
                  </a:cubicBezTo>
                  <a:cubicBezTo>
                    <a:pt x="108074" y="565198"/>
                    <a:pt x="138095" y="544072"/>
                    <a:pt x="163902" y="528588"/>
                  </a:cubicBezTo>
                  <a:cubicBezTo>
                    <a:pt x="169653" y="519962"/>
                    <a:pt x="174518" y="510674"/>
                    <a:pt x="181155" y="502709"/>
                  </a:cubicBezTo>
                  <a:cubicBezTo>
                    <a:pt x="188965" y="493337"/>
                    <a:pt x="200267" y="486981"/>
                    <a:pt x="207034" y="476830"/>
                  </a:cubicBezTo>
                  <a:cubicBezTo>
                    <a:pt x="212078" y="469264"/>
                    <a:pt x="212078" y="459308"/>
                    <a:pt x="215660" y="450950"/>
                  </a:cubicBezTo>
                  <a:cubicBezTo>
                    <a:pt x="220725" y="439130"/>
                    <a:pt x="227162" y="427947"/>
                    <a:pt x="232913" y="416445"/>
                  </a:cubicBezTo>
                  <a:cubicBezTo>
                    <a:pt x="236757" y="393382"/>
                    <a:pt x="244140" y="345660"/>
                    <a:pt x="250166" y="321554"/>
                  </a:cubicBezTo>
                  <a:cubicBezTo>
                    <a:pt x="252371" y="312733"/>
                    <a:pt x="255917" y="304301"/>
                    <a:pt x="258792" y="295675"/>
                  </a:cubicBezTo>
                  <a:cubicBezTo>
                    <a:pt x="265118" y="251399"/>
                    <a:pt x="266587" y="233145"/>
                    <a:pt x="276045" y="192158"/>
                  </a:cubicBezTo>
                  <a:cubicBezTo>
                    <a:pt x="281377" y="169054"/>
                    <a:pt x="288648" y="146398"/>
                    <a:pt x="293298" y="123147"/>
                  </a:cubicBezTo>
                  <a:cubicBezTo>
                    <a:pt x="295483" y="112221"/>
                    <a:pt x="302388" y="68420"/>
                    <a:pt x="310551" y="54135"/>
                  </a:cubicBezTo>
                  <a:cubicBezTo>
                    <a:pt x="317684" y="41652"/>
                    <a:pt x="324467" y="27605"/>
                    <a:pt x="336430" y="19630"/>
                  </a:cubicBezTo>
                  <a:cubicBezTo>
                    <a:pt x="380041" y="-9444"/>
                    <a:pt x="459642" y="2377"/>
                    <a:pt x="500332" y="2377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81" name="Conector de Seta Reta 40">
            <a:extLst>
              <a:ext uri="{FF2B5EF4-FFF2-40B4-BE49-F238E27FC236}">
                <a16:creationId xmlns:a16="http://schemas.microsoft.com/office/drawing/2014/main" id="{09C5AFAC-B091-3AD5-B0AE-8C7975E92E27}"/>
              </a:ext>
            </a:extLst>
          </p:cNvPr>
          <p:cNvCxnSpPr>
            <a:cxnSpLocks/>
            <a:stCxn id="80" idx="0"/>
          </p:cNvCxnSpPr>
          <p:nvPr/>
        </p:nvCxnSpPr>
        <p:spPr>
          <a:xfrm>
            <a:off x="5094260" y="4966618"/>
            <a:ext cx="234976" cy="0"/>
          </a:xfrm>
          <a:prstGeom prst="straightConnector1">
            <a:avLst/>
          </a:prstGeom>
          <a:ln w="28575">
            <a:solidFill>
              <a:srgbClr val="FF00FF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CaixaDeTexto 53">
            <a:extLst>
              <a:ext uri="{FF2B5EF4-FFF2-40B4-BE49-F238E27FC236}">
                <a16:creationId xmlns:a16="http://schemas.microsoft.com/office/drawing/2014/main" id="{DC2494F7-1837-430C-B7F8-9996BC1A8A0B}"/>
              </a:ext>
            </a:extLst>
          </p:cNvPr>
          <p:cNvSpPr txBox="1"/>
          <p:nvPr/>
        </p:nvSpPr>
        <p:spPr>
          <a:xfrm>
            <a:off x="274607" y="5730200"/>
            <a:ext cx="1167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“porcaria”</a:t>
            </a:r>
          </a:p>
        </p:txBody>
      </p:sp>
      <p:sp>
        <p:nvSpPr>
          <p:cNvPr id="83" name="CaixaDeTexto 53">
            <a:extLst>
              <a:ext uri="{FF2B5EF4-FFF2-40B4-BE49-F238E27FC236}">
                <a16:creationId xmlns:a16="http://schemas.microsoft.com/office/drawing/2014/main" id="{972A2300-883F-DD4F-527F-E3C951719A78}"/>
              </a:ext>
            </a:extLst>
          </p:cNvPr>
          <p:cNvSpPr txBox="1"/>
          <p:nvPr/>
        </p:nvSpPr>
        <p:spPr>
          <a:xfrm>
            <a:off x="624945" y="3760479"/>
            <a:ext cx="81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“esse”</a:t>
            </a:r>
          </a:p>
        </p:txBody>
      </p:sp>
      <p:sp>
        <p:nvSpPr>
          <p:cNvPr id="84" name="CaixaDeTexto 53">
            <a:extLst>
              <a:ext uri="{FF2B5EF4-FFF2-40B4-BE49-F238E27FC236}">
                <a16:creationId xmlns:a16="http://schemas.microsoft.com/office/drawing/2014/main" id="{AF618382-3F0B-8566-5D6A-519A044BDD3A}"/>
              </a:ext>
            </a:extLst>
          </p:cNvPr>
          <p:cNvSpPr txBox="1"/>
          <p:nvPr/>
        </p:nvSpPr>
        <p:spPr>
          <a:xfrm>
            <a:off x="274607" y="4154423"/>
            <a:ext cx="1167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“filme”</a:t>
            </a:r>
          </a:p>
        </p:txBody>
      </p:sp>
      <p:sp>
        <p:nvSpPr>
          <p:cNvPr id="85" name="CaixaDeTexto 53">
            <a:extLst>
              <a:ext uri="{FF2B5EF4-FFF2-40B4-BE49-F238E27FC236}">
                <a16:creationId xmlns:a16="http://schemas.microsoft.com/office/drawing/2014/main" id="{DD52532E-D42B-FC79-7082-35C7184D455B}"/>
              </a:ext>
            </a:extLst>
          </p:cNvPr>
          <p:cNvSpPr txBox="1"/>
          <p:nvPr/>
        </p:nvSpPr>
        <p:spPr>
          <a:xfrm>
            <a:off x="624945" y="4548367"/>
            <a:ext cx="81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“é”</a:t>
            </a:r>
          </a:p>
        </p:txBody>
      </p:sp>
      <p:sp>
        <p:nvSpPr>
          <p:cNvPr id="86" name="CaixaDeTexto 53">
            <a:extLst>
              <a:ext uri="{FF2B5EF4-FFF2-40B4-BE49-F238E27FC236}">
                <a16:creationId xmlns:a16="http://schemas.microsoft.com/office/drawing/2014/main" id="{05615095-9783-E181-567B-8D774D023124}"/>
              </a:ext>
            </a:extLst>
          </p:cNvPr>
          <p:cNvSpPr txBox="1"/>
          <p:nvPr/>
        </p:nvSpPr>
        <p:spPr>
          <a:xfrm>
            <a:off x="624945" y="5336255"/>
            <a:ext cx="81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“bela”</a:t>
            </a:r>
          </a:p>
        </p:txBody>
      </p:sp>
      <p:sp>
        <p:nvSpPr>
          <p:cNvPr id="96" name="Elipse 23">
            <a:extLst>
              <a:ext uri="{FF2B5EF4-FFF2-40B4-BE49-F238E27FC236}">
                <a16:creationId xmlns:a16="http://schemas.microsoft.com/office/drawing/2014/main" id="{A040AF39-8831-D97D-48DB-F8155DB17F4D}"/>
              </a:ext>
            </a:extLst>
          </p:cNvPr>
          <p:cNvSpPr/>
          <p:nvPr/>
        </p:nvSpPr>
        <p:spPr>
          <a:xfrm>
            <a:off x="1424292" y="4588890"/>
            <a:ext cx="204281" cy="204281"/>
          </a:xfrm>
          <a:prstGeom prst="ellipse">
            <a:avLst/>
          </a:prstGeom>
          <a:solidFill>
            <a:srgbClr val="AFEBF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Elipse 23">
            <a:extLst>
              <a:ext uri="{FF2B5EF4-FFF2-40B4-BE49-F238E27FC236}">
                <a16:creationId xmlns:a16="http://schemas.microsoft.com/office/drawing/2014/main" id="{9140E874-38E6-65CC-6851-BC1F10220C0F}"/>
              </a:ext>
            </a:extLst>
          </p:cNvPr>
          <p:cNvSpPr/>
          <p:nvPr/>
        </p:nvSpPr>
        <p:spPr>
          <a:xfrm>
            <a:off x="1423363" y="5016981"/>
            <a:ext cx="204281" cy="204281"/>
          </a:xfrm>
          <a:prstGeom prst="ellipse">
            <a:avLst/>
          </a:prstGeom>
          <a:solidFill>
            <a:srgbClr val="AFEBF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Elipse 23">
            <a:extLst>
              <a:ext uri="{FF2B5EF4-FFF2-40B4-BE49-F238E27FC236}">
                <a16:creationId xmlns:a16="http://schemas.microsoft.com/office/drawing/2014/main" id="{1979D905-C55B-2F07-31AE-E3EFE592219E}"/>
              </a:ext>
            </a:extLst>
          </p:cNvPr>
          <p:cNvSpPr/>
          <p:nvPr/>
        </p:nvSpPr>
        <p:spPr>
          <a:xfrm>
            <a:off x="1424292" y="3864356"/>
            <a:ext cx="204281" cy="204281"/>
          </a:xfrm>
          <a:prstGeom prst="ellipse">
            <a:avLst/>
          </a:prstGeom>
          <a:solidFill>
            <a:srgbClr val="AFEBF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Elipse 23">
            <a:extLst>
              <a:ext uri="{FF2B5EF4-FFF2-40B4-BE49-F238E27FC236}">
                <a16:creationId xmlns:a16="http://schemas.microsoft.com/office/drawing/2014/main" id="{D2107D6B-8E5E-E70B-4540-7E575D59892E}"/>
              </a:ext>
            </a:extLst>
          </p:cNvPr>
          <p:cNvSpPr/>
          <p:nvPr/>
        </p:nvSpPr>
        <p:spPr>
          <a:xfrm>
            <a:off x="1423363" y="4292447"/>
            <a:ext cx="204281" cy="204281"/>
          </a:xfrm>
          <a:prstGeom prst="ellipse">
            <a:avLst/>
          </a:prstGeom>
          <a:solidFill>
            <a:srgbClr val="AFEBF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0" name="Conector de Seta Reta 35">
            <a:extLst>
              <a:ext uri="{FF2B5EF4-FFF2-40B4-BE49-F238E27FC236}">
                <a16:creationId xmlns:a16="http://schemas.microsoft.com/office/drawing/2014/main" id="{1EBDB189-485B-E4AA-7967-4AB2F2CB3930}"/>
              </a:ext>
            </a:extLst>
          </p:cNvPr>
          <p:cNvCxnSpPr>
            <a:cxnSpLocks/>
            <a:stCxn id="97" idx="6"/>
            <a:endCxn id="50" idx="1"/>
          </p:cNvCxnSpPr>
          <p:nvPr/>
        </p:nvCxnSpPr>
        <p:spPr>
          <a:xfrm flipV="1">
            <a:off x="1627644" y="3852226"/>
            <a:ext cx="1294909" cy="1266896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Conector de Seta Reta 35">
            <a:extLst>
              <a:ext uri="{FF2B5EF4-FFF2-40B4-BE49-F238E27FC236}">
                <a16:creationId xmlns:a16="http://schemas.microsoft.com/office/drawing/2014/main" id="{299BFF82-F93D-8F2F-AFAD-C6209A1A6722}"/>
              </a:ext>
            </a:extLst>
          </p:cNvPr>
          <p:cNvCxnSpPr>
            <a:cxnSpLocks/>
            <a:stCxn id="96" idx="6"/>
            <a:endCxn id="50" idx="1"/>
          </p:cNvCxnSpPr>
          <p:nvPr/>
        </p:nvCxnSpPr>
        <p:spPr>
          <a:xfrm flipV="1">
            <a:off x="1628573" y="3852226"/>
            <a:ext cx="1293980" cy="838805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ector de Seta Reta 35">
            <a:extLst>
              <a:ext uri="{FF2B5EF4-FFF2-40B4-BE49-F238E27FC236}">
                <a16:creationId xmlns:a16="http://schemas.microsoft.com/office/drawing/2014/main" id="{A00F1900-F616-BD51-F017-C4603045FF87}"/>
              </a:ext>
            </a:extLst>
          </p:cNvPr>
          <p:cNvCxnSpPr>
            <a:cxnSpLocks/>
            <a:stCxn id="99" idx="6"/>
            <a:endCxn id="50" idx="1"/>
          </p:cNvCxnSpPr>
          <p:nvPr/>
        </p:nvCxnSpPr>
        <p:spPr>
          <a:xfrm flipV="1">
            <a:off x="1627644" y="3852226"/>
            <a:ext cx="1294909" cy="542362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Conector de Seta Reta 35">
            <a:extLst>
              <a:ext uri="{FF2B5EF4-FFF2-40B4-BE49-F238E27FC236}">
                <a16:creationId xmlns:a16="http://schemas.microsoft.com/office/drawing/2014/main" id="{5380BE75-533B-1535-1C81-22A01127FC10}"/>
              </a:ext>
            </a:extLst>
          </p:cNvPr>
          <p:cNvCxnSpPr>
            <a:cxnSpLocks/>
            <a:stCxn id="98" idx="6"/>
            <a:endCxn id="50" idx="1"/>
          </p:cNvCxnSpPr>
          <p:nvPr/>
        </p:nvCxnSpPr>
        <p:spPr>
          <a:xfrm flipV="1">
            <a:off x="1628573" y="3852226"/>
            <a:ext cx="1293980" cy="114271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ector de Seta Reta 35">
            <a:extLst>
              <a:ext uri="{FF2B5EF4-FFF2-40B4-BE49-F238E27FC236}">
                <a16:creationId xmlns:a16="http://schemas.microsoft.com/office/drawing/2014/main" id="{36131114-69ED-C84B-2084-EAD03B53F26E}"/>
              </a:ext>
            </a:extLst>
          </p:cNvPr>
          <p:cNvCxnSpPr>
            <a:cxnSpLocks/>
            <a:stCxn id="97" idx="6"/>
            <a:endCxn id="65" idx="1"/>
          </p:cNvCxnSpPr>
          <p:nvPr/>
        </p:nvCxnSpPr>
        <p:spPr>
          <a:xfrm flipV="1">
            <a:off x="1627644" y="5010688"/>
            <a:ext cx="1310601" cy="108434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Conector de Seta Reta 35">
            <a:extLst>
              <a:ext uri="{FF2B5EF4-FFF2-40B4-BE49-F238E27FC236}">
                <a16:creationId xmlns:a16="http://schemas.microsoft.com/office/drawing/2014/main" id="{B906FAD1-5710-5D78-8F75-7BBE5DF6A93F}"/>
              </a:ext>
            </a:extLst>
          </p:cNvPr>
          <p:cNvCxnSpPr>
            <a:cxnSpLocks/>
            <a:stCxn id="97" idx="6"/>
            <a:endCxn id="71" idx="1"/>
          </p:cNvCxnSpPr>
          <p:nvPr/>
        </p:nvCxnSpPr>
        <p:spPr>
          <a:xfrm>
            <a:off x="1627644" y="5119122"/>
            <a:ext cx="1348499" cy="991414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Conector de Seta Reta 35">
            <a:extLst>
              <a:ext uri="{FF2B5EF4-FFF2-40B4-BE49-F238E27FC236}">
                <a16:creationId xmlns:a16="http://schemas.microsoft.com/office/drawing/2014/main" id="{C28CFA12-3EEC-D854-B7E4-67843F30A72B}"/>
              </a:ext>
            </a:extLst>
          </p:cNvPr>
          <p:cNvCxnSpPr>
            <a:cxnSpLocks/>
            <a:stCxn id="96" idx="6"/>
            <a:endCxn id="65" idx="1"/>
          </p:cNvCxnSpPr>
          <p:nvPr/>
        </p:nvCxnSpPr>
        <p:spPr>
          <a:xfrm>
            <a:off x="1628573" y="4691031"/>
            <a:ext cx="1309672" cy="319657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Conector de Seta Reta 35">
            <a:extLst>
              <a:ext uri="{FF2B5EF4-FFF2-40B4-BE49-F238E27FC236}">
                <a16:creationId xmlns:a16="http://schemas.microsoft.com/office/drawing/2014/main" id="{52D9FEF4-727B-4E66-03B0-5256631FE0D1}"/>
              </a:ext>
            </a:extLst>
          </p:cNvPr>
          <p:cNvCxnSpPr>
            <a:cxnSpLocks/>
            <a:stCxn id="96" idx="6"/>
            <a:endCxn id="71" idx="1"/>
          </p:cNvCxnSpPr>
          <p:nvPr/>
        </p:nvCxnSpPr>
        <p:spPr>
          <a:xfrm>
            <a:off x="1628573" y="4691031"/>
            <a:ext cx="1347570" cy="1419505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Conector de Seta Reta 35">
            <a:extLst>
              <a:ext uri="{FF2B5EF4-FFF2-40B4-BE49-F238E27FC236}">
                <a16:creationId xmlns:a16="http://schemas.microsoft.com/office/drawing/2014/main" id="{E2E2C8AC-E3AF-645A-1994-0DD948E2BB35}"/>
              </a:ext>
            </a:extLst>
          </p:cNvPr>
          <p:cNvCxnSpPr>
            <a:cxnSpLocks/>
            <a:stCxn id="99" idx="6"/>
            <a:endCxn id="65" idx="1"/>
          </p:cNvCxnSpPr>
          <p:nvPr/>
        </p:nvCxnSpPr>
        <p:spPr>
          <a:xfrm>
            <a:off x="1627644" y="4394588"/>
            <a:ext cx="1310601" cy="616100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Conector de Seta Reta 35">
            <a:extLst>
              <a:ext uri="{FF2B5EF4-FFF2-40B4-BE49-F238E27FC236}">
                <a16:creationId xmlns:a16="http://schemas.microsoft.com/office/drawing/2014/main" id="{A18DD9A4-E369-14AB-3E8D-5216474997E6}"/>
              </a:ext>
            </a:extLst>
          </p:cNvPr>
          <p:cNvCxnSpPr>
            <a:cxnSpLocks/>
            <a:stCxn id="99" idx="6"/>
            <a:endCxn id="71" idx="1"/>
          </p:cNvCxnSpPr>
          <p:nvPr/>
        </p:nvCxnSpPr>
        <p:spPr>
          <a:xfrm>
            <a:off x="1627644" y="4394588"/>
            <a:ext cx="1348499" cy="1715948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Conector de Seta Reta 35">
            <a:extLst>
              <a:ext uri="{FF2B5EF4-FFF2-40B4-BE49-F238E27FC236}">
                <a16:creationId xmlns:a16="http://schemas.microsoft.com/office/drawing/2014/main" id="{585B2115-9E21-74B8-369F-EB8D71E43E21}"/>
              </a:ext>
            </a:extLst>
          </p:cNvPr>
          <p:cNvCxnSpPr>
            <a:cxnSpLocks/>
            <a:stCxn id="65" idx="1"/>
            <a:endCxn id="98" idx="6"/>
          </p:cNvCxnSpPr>
          <p:nvPr/>
        </p:nvCxnSpPr>
        <p:spPr>
          <a:xfrm flipH="1" flipV="1">
            <a:off x="1628573" y="3966497"/>
            <a:ext cx="1309672" cy="1044191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Conector de Seta Reta 35">
            <a:extLst>
              <a:ext uri="{FF2B5EF4-FFF2-40B4-BE49-F238E27FC236}">
                <a16:creationId xmlns:a16="http://schemas.microsoft.com/office/drawing/2014/main" id="{24F5D1D4-4F6B-FAEB-09B2-CDCDD92BC622}"/>
              </a:ext>
            </a:extLst>
          </p:cNvPr>
          <p:cNvCxnSpPr>
            <a:cxnSpLocks/>
            <a:stCxn id="71" idx="1"/>
            <a:endCxn id="98" idx="6"/>
          </p:cNvCxnSpPr>
          <p:nvPr/>
        </p:nvCxnSpPr>
        <p:spPr>
          <a:xfrm flipH="1" flipV="1">
            <a:off x="1628573" y="3966497"/>
            <a:ext cx="1347570" cy="2144039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88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611F-1159-6152-D382-D351FD7AC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Outra ideia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57988-85BA-02E9-E305-30D50E82D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tentar usar </a:t>
            </a:r>
            <a:r>
              <a:rPr lang="pt-BR" dirty="0" err="1"/>
              <a:t>CNNs</a:t>
            </a:r>
            <a:r>
              <a:rPr lang="pt-BR" dirty="0"/>
              <a:t> para classificar o sentimento da frase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4D730-6EEC-3374-FBAD-229744BD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13</a:t>
            </a:fld>
            <a:endParaRPr lang="pt-BR"/>
          </a:p>
        </p:txBody>
      </p:sp>
      <p:sp>
        <p:nvSpPr>
          <p:cNvPr id="5" name="CaixaDeTexto 53">
            <a:extLst>
              <a:ext uri="{FF2B5EF4-FFF2-40B4-BE49-F238E27FC236}">
                <a16:creationId xmlns:a16="http://schemas.microsoft.com/office/drawing/2014/main" id="{B3B2031A-B51B-A5A0-ACA7-A7D8AF22AA7A}"/>
              </a:ext>
            </a:extLst>
          </p:cNvPr>
          <p:cNvSpPr txBox="1"/>
          <p:nvPr/>
        </p:nvSpPr>
        <p:spPr>
          <a:xfrm>
            <a:off x="484317" y="3066354"/>
            <a:ext cx="81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“bela”</a:t>
            </a:r>
          </a:p>
        </p:txBody>
      </p:sp>
      <p:sp>
        <p:nvSpPr>
          <p:cNvPr id="6" name="CaixaDeTexto 53">
            <a:extLst>
              <a:ext uri="{FF2B5EF4-FFF2-40B4-BE49-F238E27FC236}">
                <a16:creationId xmlns:a16="http://schemas.microsoft.com/office/drawing/2014/main" id="{3FFB6258-0C33-7EF3-C32A-0D3A03CC6A08}"/>
              </a:ext>
            </a:extLst>
          </p:cNvPr>
          <p:cNvSpPr txBox="1"/>
          <p:nvPr/>
        </p:nvSpPr>
        <p:spPr>
          <a:xfrm>
            <a:off x="137623" y="3435686"/>
            <a:ext cx="1167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“porcaria”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D8B0E9-7F95-2A24-F83E-D3D6F131C8E2}"/>
              </a:ext>
            </a:extLst>
          </p:cNvPr>
          <p:cNvSpPr/>
          <p:nvPr/>
        </p:nvSpPr>
        <p:spPr>
          <a:xfrm>
            <a:off x="1532064" y="3109586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116B5F-CCC9-24CD-6B23-C1502B2E2D1E}"/>
              </a:ext>
            </a:extLst>
          </p:cNvPr>
          <p:cNvSpPr/>
          <p:nvPr/>
        </p:nvSpPr>
        <p:spPr>
          <a:xfrm>
            <a:off x="1803094" y="3109586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3A6BE3-71EF-7B0F-6059-A08D9A2C26C7}"/>
              </a:ext>
            </a:extLst>
          </p:cNvPr>
          <p:cNvSpPr/>
          <p:nvPr/>
        </p:nvSpPr>
        <p:spPr>
          <a:xfrm>
            <a:off x="2074124" y="3109586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47EDF1-4F49-2B90-0904-4AA6678AAD19}"/>
              </a:ext>
            </a:extLst>
          </p:cNvPr>
          <p:cNvSpPr/>
          <p:nvPr/>
        </p:nvSpPr>
        <p:spPr>
          <a:xfrm>
            <a:off x="2345154" y="3109586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36800D-DCF0-2228-D881-F4D1BDD80E0C}"/>
              </a:ext>
            </a:extLst>
          </p:cNvPr>
          <p:cNvSpPr/>
          <p:nvPr/>
        </p:nvSpPr>
        <p:spPr>
          <a:xfrm>
            <a:off x="2616184" y="3109586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3BD919-ED6F-AE66-A7A3-2EC2F83390A8}"/>
              </a:ext>
            </a:extLst>
          </p:cNvPr>
          <p:cNvSpPr/>
          <p:nvPr/>
        </p:nvSpPr>
        <p:spPr>
          <a:xfrm>
            <a:off x="2074124" y="3484125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E81545-FA25-8253-241C-9BFB873135F8}"/>
              </a:ext>
            </a:extLst>
          </p:cNvPr>
          <p:cNvSpPr/>
          <p:nvPr/>
        </p:nvSpPr>
        <p:spPr>
          <a:xfrm>
            <a:off x="2616184" y="3484125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BBD750-BCC4-6FF5-E041-374C0889ACEC}"/>
              </a:ext>
            </a:extLst>
          </p:cNvPr>
          <p:cNvSpPr/>
          <p:nvPr/>
        </p:nvSpPr>
        <p:spPr>
          <a:xfrm>
            <a:off x="1803094" y="3484125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358EE0-2D3F-B8CF-F196-839CB00E8AE5}"/>
              </a:ext>
            </a:extLst>
          </p:cNvPr>
          <p:cNvSpPr/>
          <p:nvPr/>
        </p:nvSpPr>
        <p:spPr>
          <a:xfrm>
            <a:off x="1532064" y="3484125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E72DF4-A9C9-4CA2-F79C-F2F812648BE1}"/>
              </a:ext>
            </a:extLst>
          </p:cNvPr>
          <p:cNvSpPr/>
          <p:nvPr/>
        </p:nvSpPr>
        <p:spPr>
          <a:xfrm>
            <a:off x="2345154" y="3484125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94BF24F-525C-578E-AA20-9637EBCB5E7B}"/>
              </a:ext>
            </a:extLst>
          </p:cNvPr>
          <p:cNvSpPr/>
          <p:nvPr/>
        </p:nvSpPr>
        <p:spPr>
          <a:xfrm>
            <a:off x="3210694" y="3029193"/>
            <a:ext cx="1488515" cy="773850"/>
          </a:xfrm>
          <a:prstGeom prst="rect">
            <a:avLst/>
          </a:prstGeom>
          <a:solidFill>
            <a:srgbClr val="FFFFDD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A9121E7-84A2-1B98-B5B8-A4CB0B2B6817}"/>
              </a:ext>
            </a:extLst>
          </p:cNvPr>
          <p:cNvSpPr/>
          <p:nvPr/>
        </p:nvSpPr>
        <p:spPr>
          <a:xfrm>
            <a:off x="3284794" y="3109586"/>
            <a:ext cx="250166" cy="24585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D26F57D-D2FD-D877-B2DF-F2535B18C460}"/>
              </a:ext>
            </a:extLst>
          </p:cNvPr>
          <p:cNvSpPr/>
          <p:nvPr/>
        </p:nvSpPr>
        <p:spPr>
          <a:xfrm>
            <a:off x="3555824" y="3109586"/>
            <a:ext cx="250166" cy="2458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45D041A-664F-2064-3088-B3D2850C976A}"/>
              </a:ext>
            </a:extLst>
          </p:cNvPr>
          <p:cNvSpPr/>
          <p:nvPr/>
        </p:nvSpPr>
        <p:spPr>
          <a:xfrm>
            <a:off x="3826854" y="3109586"/>
            <a:ext cx="250166" cy="2458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441A675-9234-ED59-7A50-2281CBF01A37}"/>
              </a:ext>
            </a:extLst>
          </p:cNvPr>
          <p:cNvSpPr/>
          <p:nvPr/>
        </p:nvSpPr>
        <p:spPr>
          <a:xfrm>
            <a:off x="4097884" y="3109586"/>
            <a:ext cx="250166" cy="2458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428F368-A301-21E2-AF2A-2CA3438366EE}"/>
              </a:ext>
            </a:extLst>
          </p:cNvPr>
          <p:cNvSpPr/>
          <p:nvPr/>
        </p:nvSpPr>
        <p:spPr>
          <a:xfrm>
            <a:off x="4368914" y="3109586"/>
            <a:ext cx="250166" cy="2458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952659-C74B-4B08-B16B-7AA55B7FA163}"/>
              </a:ext>
            </a:extLst>
          </p:cNvPr>
          <p:cNvSpPr/>
          <p:nvPr/>
        </p:nvSpPr>
        <p:spPr>
          <a:xfrm>
            <a:off x="3284794" y="3484125"/>
            <a:ext cx="250166" cy="24585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2E433CA-7382-9D6E-57A1-F88F613480B4}"/>
              </a:ext>
            </a:extLst>
          </p:cNvPr>
          <p:cNvSpPr/>
          <p:nvPr/>
        </p:nvSpPr>
        <p:spPr>
          <a:xfrm>
            <a:off x="3555824" y="3484125"/>
            <a:ext cx="250166" cy="2458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362D7A1-FCC2-0BC5-EE85-4E2367F51224}"/>
              </a:ext>
            </a:extLst>
          </p:cNvPr>
          <p:cNvSpPr/>
          <p:nvPr/>
        </p:nvSpPr>
        <p:spPr>
          <a:xfrm>
            <a:off x="3826854" y="3484125"/>
            <a:ext cx="250166" cy="2458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C0A6661-E48B-00D1-667D-6725EA5DC2AB}"/>
              </a:ext>
            </a:extLst>
          </p:cNvPr>
          <p:cNvSpPr/>
          <p:nvPr/>
        </p:nvSpPr>
        <p:spPr>
          <a:xfrm>
            <a:off x="4097884" y="3484125"/>
            <a:ext cx="250166" cy="2458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67C5F60-6115-646D-3622-AC6BD67E5D66}"/>
              </a:ext>
            </a:extLst>
          </p:cNvPr>
          <p:cNvSpPr/>
          <p:nvPr/>
        </p:nvSpPr>
        <p:spPr>
          <a:xfrm>
            <a:off x="4368914" y="3484125"/>
            <a:ext cx="250166" cy="2458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CaixaDeTexto 53">
            <a:extLst>
              <a:ext uri="{FF2B5EF4-FFF2-40B4-BE49-F238E27FC236}">
                <a16:creationId xmlns:a16="http://schemas.microsoft.com/office/drawing/2014/main" id="{30F4D2FE-C4FE-D407-02A8-EC1AEFA794D8}"/>
              </a:ext>
            </a:extLst>
          </p:cNvPr>
          <p:cNvSpPr txBox="1"/>
          <p:nvPr/>
        </p:nvSpPr>
        <p:spPr>
          <a:xfrm>
            <a:off x="3387479" y="2665140"/>
            <a:ext cx="1231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/>
              <a:t>k</a:t>
            </a:r>
            <a:r>
              <a:rPr lang="pt-BR" i="1" dirty="0">
                <a:solidFill>
                  <a:schemeClr val="tx1"/>
                </a:solidFill>
              </a:rPr>
              <a:t>ernel</a:t>
            </a:r>
            <a:r>
              <a:rPr lang="pt-BR" dirty="0">
                <a:solidFill>
                  <a:schemeClr val="tx1"/>
                </a:solidFill>
              </a:rPr>
              <a:t> 2x1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CF62247-590B-D635-E31E-33BA28A68C27}"/>
              </a:ext>
            </a:extLst>
          </p:cNvPr>
          <p:cNvSpPr/>
          <p:nvPr/>
        </p:nvSpPr>
        <p:spPr>
          <a:xfrm>
            <a:off x="5067040" y="3285547"/>
            <a:ext cx="250166" cy="24585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8959CD7-330A-B394-9881-A6F6C297A6A8}"/>
              </a:ext>
            </a:extLst>
          </p:cNvPr>
          <p:cNvSpPr/>
          <p:nvPr/>
        </p:nvSpPr>
        <p:spPr>
          <a:xfrm>
            <a:off x="5338070" y="3285547"/>
            <a:ext cx="250166" cy="245853"/>
          </a:xfrm>
          <a:prstGeom prst="rect">
            <a:avLst/>
          </a:prstGeom>
          <a:solidFill>
            <a:srgbClr val="FF9B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B587CFD-D52C-C1D1-0C4E-66095A490EA2}"/>
              </a:ext>
            </a:extLst>
          </p:cNvPr>
          <p:cNvSpPr/>
          <p:nvPr/>
        </p:nvSpPr>
        <p:spPr>
          <a:xfrm>
            <a:off x="5609100" y="3285547"/>
            <a:ext cx="250166" cy="2458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A2DC568-A5D9-A76B-A25A-D44BD3921513}"/>
              </a:ext>
            </a:extLst>
          </p:cNvPr>
          <p:cNvCxnSpPr>
            <a:stCxn id="11" idx="3"/>
            <a:endCxn id="53" idx="1"/>
          </p:cNvCxnSpPr>
          <p:nvPr/>
        </p:nvCxnSpPr>
        <p:spPr>
          <a:xfrm>
            <a:off x="2866350" y="3232513"/>
            <a:ext cx="4184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D01B49F-3E0E-815B-E964-C5CA521F3997}"/>
              </a:ext>
            </a:extLst>
          </p:cNvPr>
          <p:cNvCxnSpPr/>
          <p:nvPr/>
        </p:nvCxnSpPr>
        <p:spPr>
          <a:xfrm>
            <a:off x="2866350" y="3616389"/>
            <a:ext cx="4184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2B1ADB9-3F25-96CB-EAA3-FF76E2673FC7}"/>
              </a:ext>
            </a:extLst>
          </p:cNvPr>
          <p:cNvCxnSpPr>
            <a:cxnSpLocks/>
            <a:endCxn id="82" idx="1"/>
          </p:cNvCxnSpPr>
          <p:nvPr/>
        </p:nvCxnSpPr>
        <p:spPr>
          <a:xfrm flipV="1">
            <a:off x="4619080" y="3408474"/>
            <a:ext cx="447960" cy="20791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D731AA3-12F0-0302-0891-24B8DA1E9239}"/>
              </a:ext>
            </a:extLst>
          </p:cNvPr>
          <p:cNvCxnSpPr>
            <a:cxnSpLocks/>
            <a:stCxn id="57" idx="3"/>
            <a:endCxn id="82" idx="1"/>
          </p:cNvCxnSpPr>
          <p:nvPr/>
        </p:nvCxnSpPr>
        <p:spPr>
          <a:xfrm>
            <a:off x="4619080" y="3232513"/>
            <a:ext cx="447960" cy="175961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aixaDeTexto 53">
            <a:extLst>
              <a:ext uri="{FF2B5EF4-FFF2-40B4-BE49-F238E27FC236}">
                <a16:creationId xmlns:a16="http://schemas.microsoft.com/office/drawing/2014/main" id="{2D1A403A-5213-DDD1-1072-728652BE0F18}"/>
              </a:ext>
            </a:extLst>
          </p:cNvPr>
          <p:cNvSpPr txBox="1"/>
          <p:nvPr/>
        </p:nvSpPr>
        <p:spPr>
          <a:xfrm>
            <a:off x="4784187" y="2786309"/>
            <a:ext cx="1604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 err="1"/>
              <a:t>a</a:t>
            </a:r>
            <a:r>
              <a:rPr lang="pt-BR" i="1" dirty="0" err="1">
                <a:solidFill>
                  <a:schemeClr val="tx1"/>
                </a:solidFill>
              </a:rPr>
              <a:t>ctivation</a:t>
            </a:r>
            <a:r>
              <a:rPr lang="pt-BR" i="1" dirty="0">
                <a:solidFill>
                  <a:schemeClr val="tx1"/>
                </a:solidFill>
              </a:rPr>
              <a:t> </a:t>
            </a:r>
            <a:r>
              <a:rPr lang="pt-BR" i="1" dirty="0" err="1">
                <a:solidFill>
                  <a:schemeClr val="tx1"/>
                </a:solidFill>
              </a:rPr>
              <a:t>map</a:t>
            </a:r>
            <a:endParaRPr lang="pt-BR" i="1" dirty="0">
              <a:solidFill>
                <a:schemeClr val="tx1"/>
              </a:solidFill>
            </a:endParaRPr>
          </a:p>
        </p:txBody>
      </p:sp>
      <p:sp>
        <p:nvSpPr>
          <p:cNvPr id="94" name="CaixaDeTexto 53">
            <a:extLst>
              <a:ext uri="{FF2B5EF4-FFF2-40B4-BE49-F238E27FC236}">
                <a16:creationId xmlns:a16="http://schemas.microsoft.com/office/drawing/2014/main" id="{5125D277-4925-F208-646A-17713382B949}"/>
              </a:ext>
            </a:extLst>
          </p:cNvPr>
          <p:cNvSpPr txBox="1"/>
          <p:nvPr/>
        </p:nvSpPr>
        <p:spPr>
          <a:xfrm>
            <a:off x="1313472" y="2653296"/>
            <a:ext cx="1835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/>
              <a:t>word </a:t>
            </a:r>
            <a:r>
              <a:rPr lang="pt-BR" i="1" dirty="0" err="1"/>
              <a:t>embedding</a:t>
            </a:r>
            <a:endParaRPr lang="pt-BR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73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611F-1159-6152-D382-D351FD7AC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Outra ideia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57988-85BA-02E9-E305-30D50E82D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tentar usar </a:t>
            </a:r>
            <a:r>
              <a:rPr lang="pt-BR" dirty="0" err="1"/>
              <a:t>CNNs</a:t>
            </a:r>
            <a:r>
              <a:rPr lang="pt-BR" dirty="0"/>
              <a:t> para classificar o sentimento da frase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4D730-6EEC-3374-FBAD-229744BD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14</a:t>
            </a:fld>
            <a:endParaRPr lang="pt-BR"/>
          </a:p>
        </p:txBody>
      </p:sp>
      <p:sp>
        <p:nvSpPr>
          <p:cNvPr id="5" name="CaixaDeTexto 53">
            <a:extLst>
              <a:ext uri="{FF2B5EF4-FFF2-40B4-BE49-F238E27FC236}">
                <a16:creationId xmlns:a16="http://schemas.microsoft.com/office/drawing/2014/main" id="{B3B2031A-B51B-A5A0-ACA7-A7D8AF22AA7A}"/>
              </a:ext>
            </a:extLst>
          </p:cNvPr>
          <p:cNvSpPr txBox="1"/>
          <p:nvPr/>
        </p:nvSpPr>
        <p:spPr>
          <a:xfrm>
            <a:off x="484317" y="3066354"/>
            <a:ext cx="81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“bela”</a:t>
            </a:r>
          </a:p>
        </p:txBody>
      </p:sp>
      <p:sp>
        <p:nvSpPr>
          <p:cNvPr id="6" name="CaixaDeTexto 53">
            <a:extLst>
              <a:ext uri="{FF2B5EF4-FFF2-40B4-BE49-F238E27FC236}">
                <a16:creationId xmlns:a16="http://schemas.microsoft.com/office/drawing/2014/main" id="{3FFB6258-0C33-7EF3-C32A-0D3A03CC6A08}"/>
              </a:ext>
            </a:extLst>
          </p:cNvPr>
          <p:cNvSpPr txBox="1"/>
          <p:nvPr/>
        </p:nvSpPr>
        <p:spPr>
          <a:xfrm>
            <a:off x="137623" y="3435686"/>
            <a:ext cx="1167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“porcaria”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D8B0E9-7F95-2A24-F83E-D3D6F131C8E2}"/>
              </a:ext>
            </a:extLst>
          </p:cNvPr>
          <p:cNvSpPr/>
          <p:nvPr/>
        </p:nvSpPr>
        <p:spPr>
          <a:xfrm>
            <a:off x="1532064" y="3109586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116B5F-CCC9-24CD-6B23-C1502B2E2D1E}"/>
              </a:ext>
            </a:extLst>
          </p:cNvPr>
          <p:cNvSpPr/>
          <p:nvPr/>
        </p:nvSpPr>
        <p:spPr>
          <a:xfrm>
            <a:off x="1803094" y="3109586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3A6BE3-71EF-7B0F-6059-A08D9A2C26C7}"/>
              </a:ext>
            </a:extLst>
          </p:cNvPr>
          <p:cNvSpPr/>
          <p:nvPr/>
        </p:nvSpPr>
        <p:spPr>
          <a:xfrm>
            <a:off x="2074124" y="3109586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47EDF1-4F49-2B90-0904-4AA6678AAD19}"/>
              </a:ext>
            </a:extLst>
          </p:cNvPr>
          <p:cNvSpPr/>
          <p:nvPr/>
        </p:nvSpPr>
        <p:spPr>
          <a:xfrm>
            <a:off x="2345154" y="3109586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36800D-DCF0-2228-D881-F4D1BDD80E0C}"/>
              </a:ext>
            </a:extLst>
          </p:cNvPr>
          <p:cNvSpPr/>
          <p:nvPr/>
        </p:nvSpPr>
        <p:spPr>
          <a:xfrm>
            <a:off x="2616184" y="3109586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3BD919-ED6F-AE66-A7A3-2EC2F83390A8}"/>
              </a:ext>
            </a:extLst>
          </p:cNvPr>
          <p:cNvSpPr/>
          <p:nvPr/>
        </p:nvSpPr>
        <p:spPr>
          <a:xfrm>
            <a:off x="2074124" y="3484125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E81545-FA25-8253-241C-9BFB873135F8}"/>
              </a:ext>
            </a:extLst>
          </p:cNvPr>
          <p:cNvSpPr/>
          <p:nvPr/>
        </p:nvSpPr>
        <p:spPr>
          <a:xfrm>
            <a:off x="2616184" y="3484125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BBD750-BCC4-6FF5-E041-374C0889ACEC}"/>
              </a:ext>
            </a:extLst>
          </p:cNvPr>
          <p:cNvSpPr/>
          <p:nvPr/>
        </p:nvSpPr>
        <p:spPr>
          <a:xfrm>
            <a:off x="1803094" y="3484125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358EE0-2D3F-B8CF-F196-839CB00E8AE5}"/>
              </a:ext>
            </a:extLst>
          </p:cNvPr>
          <p:cNvSpPr/>
          <p:nvPr/>
        </p:nvSpPr>
        <p:spPr>
          <a:xfrm>
            <a:off x="1532064" y="3484125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E72DF4-A9C9-4CA2-F79C-F2F812648BE1}"/>
              </a:ext>
            </a:extLst>
          </p:cNvPr>
          <p:cNvSpPr/>
          <p:nvPr/>
        </p:nvSpPr>
        <p:spPr>
          <a:xfrm>
            <a:off x="2345154" y="3484125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53">
            <a:extLst>
              <a:ext uri="{FF2B5EF4-FFF2-40B4-BE49-F238E27FC236}">
                <a16:creationId xmlns:a16="http://schemas.microsoft.com/office/drawing/2014/main" id="{528A4867-7540-91A4-0EA1-DA8E05CB0954}"/>
              </a:ext>
            </a:extLst>
          </p:cNvPr>
          <p:cNvSpPr txBox="1"/>
          <p:nvPr/>
        </p:nvSpPr>
        <p:spPr>
          <a:xfrm>
            <a:off x="589858" y="5548615"/>
            <a:ext cx="81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“uma”</a:t>
            </a:r>
          </a:p>
        </p:txBody>
      </p:sp>
      <p:sp>
        <p:nvSpPr>
          <p:cNvPr id="18" name="CaixaDeTexto 53">
            <a:extLst>
              <a:ext uri="{FF2B5EF4-FFF2-40B4-BE49-F238E27FC236}">
                <a16:creationId xmlns:a16="http://schemas.microsoft.com/office/drawing/2014/main" id="{B44FD3C1-7242-2082-880D-C70EAE34ADA3}"/>
              </a:ext>
            </a:extLst>
          </p:cNvPr>
          <p:cNvSpPr txBox="1"/>
          <p:nvPr/>
        </p:nvSpPr>
        <p:spPr>
          <a:xfrm>
            <a:off x="239520" y="6336504"/>
            <a:ext cx="1167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“porcaria”</a:t>
            </a:r>
          </a:p>
        </p:txBody>
      </p:sp>
      <p:sp>
        <p:nvSpPr>
          <p:cNvPr id="19" name="CaixaDeTexto 53">
            <a:extLst>
              <a:ext uri="{FF2B5EF4-FFF2-40B4-BE49-F238E27FC236}">
                <a16:creationId xmlns:a16="http://schemas.microsoft.com/office/drawing/2014/main" id="{0AB84D18-C8A9-E74A-4DFE-57089296C1F8}"/>
              </a:ext>
            </a:extLst>
          </p:cNvPr>
          <p:cNvSpPr txBox="1"/>
          <p:nvPr/>
        </p:nvSpPr>
        <p:spPr>
          <a:xfrm>
            <a:off x="589858" y="4366783"/>
            <a:ext cx="81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“esse”</a:t>
            </a:r>
          </a:p>
        </p:txBody>
      </p:sp>
      <p:sp>
        <p:nvSpPr>
          <p:cNvPr id="20" name="CaixaDeTexto 53">
            <a:extLst>
              <a:ext uri="{FF2B5EF4-FFF2-40B4-BE49-F238E27FC236}">
                <a16:creationId xmlns:a16="http://schemas.microsoft.com/office/drawing/2014/main" id="{0E63CA59-2851-40DF-5F90-01307CEAB8A5}"/>
              </a:ext>
            </a:extLst>
          </p:cNvPr>
          <p:cNvSpPr txBox="1"/>
          <p:nvPr/>
        </p:nvSpPr>
        <p:spPr>
          <a:xfrm>
            <a:off x="239520" y="4760727"/>
            <a:ext cx="1167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“filme”</a:t>
            </a:r>
          </a:p>
        </p:txBody>
      </p:sp>
      <p:sp>
        <p:nvSpPr>
          <p:cNvPr id="21" name="CaixaDeTexto 53">
            <a:extLst>
              <a:ext uri="{FF2B5EF4-FFF2-40B4-BE49-F238E27FC236}">
                <a16:creationId xmlns:a16="http://schemas.microsoft.com/office/drawing/2014/main" id="{FD23628E-BDED-23BA-D29A-EE649430B926}"/>
              </a:ext>
            </a:extLst>
          </p:cNvPr>
          <p:cNvSpPr txBox="1"/>
          <p:nvPr/>
        </p:nvSpPr>
        <p:spPr>
          <a:xfrm>
            <a:off x="589858" y="5154671"/>
            <a:ext cx="81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“é”</a:t>
            </a:r>
          </a:p>
        </p:txBody>
      </p:sp>
      <p:sp>
        <p:nvSpPr>
          <p:cNvPr id="22" name="CaixaDeTexto 53">
            <a:extLst>
              <a:ext uri="{FF2B5EF4-FFF2-40B4-BE49-F238E27FC236}">
                <a16:creationId xmlns:a16="http://schemas.microsoft.com/office/drawing/2014/main" id="{BF80D013-239F-B0E6-CFB7-56FBF9BB7410}"/>
              </a:ext>
            </a:extLst>
          </p:cNvPr>
          <p:cNvSpPr txBox="1"/>
          <p:nvPr/>
        </p:nvSpPr>
        <p:spPr>
          <a:xfrm>
            <a:off x="589858" y="5942559"/>
            <a:ext cx="81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“bela”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A1C118-5D52-C1B4-6BDB-8424E73F2F6A}"/>
              </a:ext>
            </a:extLst>
          </p:cNvPr>
          <p:cNvSpPr/>
          <p:nvPr/>
        </p:nvSpPr>
        <p:spPr>
          <a:xfrm>
            <a:off x="1531851" y="6000065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691E44-9EEE-250F-4FD6-2C77E5FCA5DA}"/>
              </a:ext>
            </a:extLst>
          </p:cNvPr>
          <p:cNvSpPr/>
          <p:nvPr/>
        </p:nvSpPr>
        <p:spPr>
          <a:xfrm>
            <a:off x="1802881" y="6000065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D0CE1A-ECB0-D36E-6262-1FCC0E22109A}"/>
              </a:ext>
            </a:extLst>
          </p:cNvPr>
          <p:cNvSpPr/>
          <p:nvPr/>
        </p:nvSpPr>
        <p:spPr>
          <a:xfrm>
            <a:off x="2073911" y="6000065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020D7E-7E6B-4B77-C941-F64ACB1FBEEB}"/>
              </a:ext>
            </a:extLst>
          </p:cNvPr>
          <p:cNvSpPr/>
          <p:nvPr/>
        </p:nvSpPr>
        <p:spPr>
          <a:xfrm>
            <a:off x="2344941" y="6000065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65D59E-E13C-F0A1-8D6D-6DDE68B77C81}"/>
              </a:ext>
            </a:extLst>
          </p:cNvPr>
          <p:cNvSpPr/>
          <p:nvPr/>
        </p:nvSpPr>
        <p:spPr>
          <a:xfrm>
            <a:off x="2615971" y="6000065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BE7B61-303D-CB6B-2FF3-2FFEEFF65FAC}"/>
              </a:ext>
            </a:extLst>
          </p:cNvPr>
          <p:cNvSpPr/>
          <p:nvPr/>
        </p:nvSpPr>
        <p:spPr>
          <a:xfrm>
            <a:off x="2073911" y="6374604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4DDF31-9C19-C896-9B7D-3130CA107013}"/>
              </a:ext>
            </a:extLst>
          </p:cNvPr>
          <p:cNvSpPr/>
          <p:nvPr/>
        </p:nvSpPr>
        <p:spPr>
          <a:xfrm>
            <a:off x="2615971" y="6374604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604272-4E18-3242-2194-4B7EC45CADA7}"/>
              </a:ext>
            </a:extLst>
          </p:cNvPr>
          <p:cNvSpPr/>
          <p:nvPr/>
        </p:nvSpPr>
        <p:spPr>
          <a:xfrm>
            <a:off x="1802881" y="6374604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DEB87D-C702-9BA4-6FFD-A5D6CBD32D69}"/>
              </a:ext>
            </a:extLst>
          </p:cNvPr>
          <p:cNvSpPr/>
          <p:nvPr/>
        </p:nvSpPr>
        <p:spPr>
          <a:xfrm>
            <a:off x="1531851" y="6374604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523173-13AD-87FD-6F37-0787D0F0C051}"/>
              </a:ext>
            </a:extLst>
          </p:cNvPr>
          <p:cNvSpPr/>
          <p:nvPr/>
        </p:nvSpPr>
        <p:spPr>
          <a:xfrm>
            <a:off x="2344941" y="6374604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F5D49C-6A52-A9FB-0E49-76B806BC0637}"/>
              </a:ext>
            </a:extLst>
          </p:cNvPr>
          <p:cNvSpPr/>
          <p:nvPr/>
        </p:nvSpPr>
        <p:spPr>
          <a:xfrm>
            <a:off x="1531851" y="5202654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DED5EB-B65B-E6F6-A760-60292646F51A}"/>
              </a:ext>
            </a:extLst>
          </p:cNvPr>
          <p:cNvSpPr/>
          <p:nvPr/>
        </p:nvSpPr>
        <p:spPr>
          <a:xfrm>
            <a:off x="1802881" y="5202654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D85845-7D37-13C5-BE3E-0113359BA5EE}"/>
              </a:ext>
            </a:extLst>
          </p:cNvPr>
          <p:cNvSpPr/>
          <p:nvPr/>
        </p:nvSpPr>
        <p:spPr>
          <a:xfrm>
            <a:off x="2073911" y="5202654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0F3E80-C7E5-D3E8-A512-AD3E20B21466}"/>
              </a:ext>
            </a:extLst>
          </p:cNvPr>
          <p:cNvSpPr/>
          <p:nvPr/>
        </p:nvSpPr>
        <p:spPr>
          <a:xfrm>
            <a:off x="2344941" y="5202654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17FDAB-8E29-4B65-E53B-73A954E7924A}"/>
              </a:ext>
            </a:extLst>
          </p:cNvPr>
          <p:cNvSpPr/>
          <p:nvPr/>
        </p:nvSpPr>
        <p:spPr>
          <a:xfrm>
            <a:off x="2615971" y="5202654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0481DA-1B08-A60E-7290-4F036DC0D91D}"/>
              </a:ext>
            </a:extLst>
          </p:cNvPr>
          <p:cNvSpPr/>
          <p:nvPr/>
        </p:nvSpPr>
        <p:spPr>
          <a:xfrm>
            <a:off x="2073911" y="5596245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1BF7CF-5EE6-31AD-C10C-C8E012AA77E5}"/>
              </a:ext>
            </a:extLst>
          </p:cNvPr>
          <p:cNvSpPr/>
          <p:nvPr/>
        </p:nvSpPr>
        <p:spPr>
          <a:xfrm>
            <a:off x="2615971" y="5596245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420435-DD74-712F-8DDD-A3C22590F475}"/>
              </a:ext>
            </a:extLst>
          </p:cNvPr>
          <p:cNvSpPr/>
          <p:nvPr/>
        </p:nvSpPr>
        <p:spPr>
          <a:xfrm>
            <a:off x="1802881" y="5596245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FD7B1D9-C8A3-77F0-3BA8-2982B01C9CCE}"/>
              </a:ext>
            </a:extLst>
          </p:cNvPr>
          <p:cNvSpPr/>
          <p:nvPr/>
        </p:nvSpPr>
        <p:spPr>
          <a:xfrm>
            <a:off x="1531851" y="5596245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FEF19F-2572-56E4-1A2C-2C0CEFEAA6CA}"/>
              </a:ext>
            </a:extLst>
          </p:cNvPr>
          <p:cNvSpPr/>
          <p:nvPr/>
        </p:nvSpPr>
        <p:spPr>
          <a:xfrm>
            <a:off x="2344941" y="5596245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ADFDAE-DBA0-A98D-A9DB-944E95B0B353}"/>
              </a:ext>
            </a:extLst>
          </p:cNvPr>
          <p:cNvSpPr/>
          <p:nvPr/>
        </p:nvSpPr>
        <p:spPr>
          <a:xfrm>
            <a:off x="1531851" y="4429207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975BFEE-1EB6-D24A-2AF7-3F4E250DFEFB}"/>
              </a:ext>
            </a:extLst>
          </p:cNvPr>
          <p:cNvSpPr/>
          <p:nvPr/>
        </p:nvSpPr>
        <p:spPr>
          <a:xfrm>
            <a:off x="1802881" y="4429207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3DC1A96-A651-3023-C418-F017F222F4AD}"/>
              </a:ext>
            </a:extLst>
          </p:cNvPr>
          <p:cNvSpPr/>
          <p:nvPr/>
        </p:nvSpPr>
        <p:spPr>
          <a:xfrm>
            <a:off x="2073911" y="4429207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E2D5DB2-8106-AB85-3EF2-3B48F709E8E1}"/>
              </a:ext>
            </a:extLst>
          </p:cNvPr>
          <p:cNvSpPr/>
          <p:nvPr/>
        </p:nvSpPr>
        <p:spPr>
          <a:xfrm>
            <a:off x="2344941" y="4429207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99BF75D-780D-DDE0-5F5A-212A36CAE23F}"/>
              </a:ext>
            </a:extLst>
          </p:cNvPr>
          <p:cNvSpPr/>
          <p:nvPr/>
        </p:nvSpPr>
        <p:spPr>
          <a:xfrm>
            <a:off x="2615971" y="4429207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0E2F798-9566-5F5A-7D73-0DC02C64EB4E}"/>
              </a:ext>
            </a:extLst>
          </p:cNvPr>
          <p:cNvSpPr/>
          <p:nvPr/>
        </p:nvSpPr>
        <p:spPr>
          <a:xfrm>
            <a:off x="2073911" y="4822798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131927B-25DE-AB0B-D378-BD41E48F19E1}"/>
              </a:ext>
            </a:extLst>
          </p:cNvPr>
          <p:cNvSpPr/>
          <p:nvPr/>
        </p:nvSpPr>
        <p:spPr>
          <a:xfrm>
            <a:off x="2615971" y="4822798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2168E96-25AB-67C1-6C80-4682BB9C7D8B}"/>
              </a:ext>
            </a:extLst>
          </p:cNvPr>
          <p:cNvSpPr/>
          <p:nvPr/>
        </p:nvSpPr>
        <p:spPr>
          <a:xfrm>
            <a:off x="1802881" y="4822798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32E1011-AEE2-B7B3-946F-2B3968CD51B2}"/>
              </a:ext>
            </a:extLst>
          </p:cNvPr>
          <p:cNvSpPr/>
          <p:nvPr/>
        </p:nvSpPr>
        <p:spPr>
          <a:xfrm>
            <a:off x="1531851" y="4822798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31FD5CD-C27C-FA5D-25DD-66361B1655E9}"/>
              </a:ext>
            </a:extLst>
          </p:cNvPr>
          <p:cNvSpPr/>
          <p:nvPr/>
        </p:nvSpPr>
        <p:spPr>
          <a:xfrm>
            <a:off x="2344941" y="4822798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94BF24F-525C-578E-AA20-9637EBCB5E7B}"/>
              </a:ext>
            </a:extLst>
          </p:cNvPr>
          <p:cNvSpPr/>
          <p:nvPr/>
        </p:nvSpPr>
        <p:spPr>
          <a:xfrm>
            <a:off x="3210694" y="3029193"/>
            <a:ext cx="1488515" cy="773850"/>
          </a:xfrm>
          <a:prstGeom prst="rect">
            <a:avLst/>
          </a:prstGeom>
          <a:solidFill>
            <a:srgbClr val="FFFFDD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A9121E7-84A2-1B98-B5B8-A4CB0B2B6817}"/>
              </a:ext>
            </a:extLst>
          </p:cNvPr>
          <p:cNvSpPr/>
          <p:nvPr/>
        </p:nvSpPr>
        <p:spPr>
          <a:xfrm>
            <a:off x="3284794" y="3109586"/>
            <a:ext cx="250166" cy="24585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D26F57D-D2FD-D877-B2DF-F2535B18C460}"/>
              </a:ext>
            </a:extLst>
          </p:cNvPr>
          <p:cNvSpPr/>
          <p:nvPr/>
        </p:nvSpPr>
        <p:spPr>
          <a:xfrm>
            <a:off x="3555824" y="3109586"/>
            <a:ext cx="250166" cy="2458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45D041A-664F-2064-3088-B3D2850C976A}"/>
              </a:ext>
            </a:extLst>
          </p:cNvPr>
          <p:cNvSpPr/>
          <p:nvPr/>
        </p:nvSpPr>
        <p:spPr>
          <a:xfrm>
            <a:off x="3826854" y="3109586"/>
            <a:ext cx="250166" cy="2458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441A675-9234-ED59-7A50-2281CBF01A37}"/>
              </a:ext>
            </a:extLst>
          </p:cNvPr>
          <p:cNvSpPr/>
          <p:nvPr/>
        </p:nvSpPr>
        <p:spPr>
          <a:xfrm>
            <a:off x="4097884" y="3109586"/>
            <a:ext cx="250166" cy="2458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428F368-A301-21E2-AF2A-2CA3438366EE}"/>
              </a:ext>
            </a:extLst>
          </p:cNvPr>
          <p:cNvSpPr/>
          <p:nvPr/>
        </p:nvSpPr>
        <p:spPr>
          <a:xfrm>
            <a:off x="4368914" y="3109586"/>
            <a:ext cx="250166" cy="2458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952659-C74B-4B08-B16B-7AA55B7FA163}"/>
              </a:ext>
            </a:extLst>
          </p:cNvPr>
          <p:cNvSpPr/>
          <p:nvPr/>
        </p:nvSpPr>
        <p:spPr>
          <a:xfrm>
            <a:off x="3284794" y="3484125"/>
            <a:ext cx="250166" cy="24585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2E433CA-7382-9D6E-57A1-F88F613480B4}"/>
              </a:ext>
            </a:extLst>
          </p:cNvPr>
          <p:cNvSpPr/>
          <p:nvPr/>
        </p:nvSpPr>
        <p:spPr>
          <a:xfrm>
            <a:off x="3555824" y="3484125"/>
            <a:ext cx="250166" cy="2458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362D7A1-FCC2-0BC5-EE85-4E2367F51224}"/>
              </a:ext>
            </a:extLst>
          </p:cNvPr>
          <p:cNvSpPr/>
          <p:nvPr/>
        </p:nvSpPr>
        <p:spPr>
          <a:xfrm>
            <a:off x="3826854" y="3484125"/>
            <a:ext cx="250166" cy="2458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C0A6661-E48B-00D1-667D-6725EA5DC2AB}"/>
              </a:ext>
            </a:extLst>
          </p:cNvPr>
          <p:cNvSpPr/>
          <p:nvPr/>
        </p:nvSpPr>
        <p:spPr>
          <a:xfrm>
            <a:off x="4097884" y="3484125"/>
            <a:ext cx="250166" cy="2458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67C5F60-6115-646D-3622-AC6BD67E5D66}"/>
              </a:ext>
            </a:extLst>
          </p:cNvPr>
          <p:cNvSpPr/>
          <p:nvPr/>
        </p:nvSpPr>
        <p:spPr>
          <a:xfrm>
            <a:off x="4368914" y="3484125"/>
            <a:ext cx="250166" cy="2458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CaixaDeTexto 53">
            <a:extLst>
              <a:ext uri="{FF2B5EF4-FFF2-40B4-BE49-F238E27FC236}">
                <a16:creationId xmlns:a16="http://schemas.microsoft.com/office/drawing/2014/main" id="{30F4D2FE-C4FE-D407-02A8-EC1AEFA794D8}"/>
              </a:ext>
            </a:extLst>
          </p:cNvPr>
          <p:cNvSpPr txBox="1"/>
          <p:nvPr/>
        </p:nvSpPr>
        <p:spPr>
          <a:xfrm>
            <a:off x="3387479" y="2665140"/>
            <a:ext cx="1231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/>
              <a:t>k</a:t>
            </a:r>
            <a:r>
              <a:rPr lang="pt-BR" i="1" dirty="0">
                <a:solidFill>
                  <a:schemeClr val="tx1"/>
                </a:solidFill>
              </a:rPr>
              <a:t>ernel</a:t>
            </a:r>
            <a:r>
              <a:rPr lang="pt-BR" dirty="0">
                <a:solidFill>
                  <a:schemeClr val="tx1"/>
                </a:solidFill>
              </a:rPr>
              <a:t> 2x1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0650E51-E1EE-56ED-0D55-ADC4C97B6218}"/>
              </a:ext>
            </a:extLst>
          </p:cNvPr>
          <p:cNvSpPr/>
          <p:nvPr/>
        </p:nvSpPr>
        <p:spPr>
          <a:xfrm>
            <a:off x="3210694" y="5133960"/>
            <a:ext cx="1488515" cy="773850"/>
          </a:xfrm>
          <a:prstGeom prst="rect">
            <a:avLst/>
          </a:prstGeom>
          <a:solidFill>
            <a:srgbClr val="FFFFDD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249DA81-0CF6-2F81-C96F-BA05D473962B}"/>
              </a:ext>
            </a:extLst>
          </p:cNvPr>
          <p:cNvSpPr/>
          <p:nvPr/>
        </p:nvSpPr>
        <p:spPr>
          <a:xfrm>
            <a:off x="3284794" y="5214353"/>
            <a:ext cx="250166" cy="24585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DACF3FF-83CD-B2EB-FAD4-D062714549C3}"/>
              </a:ext>
            </a:extLst>
          </p:cNvPr>
          <p:cNvSpPr/>
          <p:nvPr/>
        </p:nvSpPr>
        <p:spPr>
          <a:xfrm>
            <a:off x="3555824" y="5214353"/>
            <a:ext cx="250166" cy="2458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7F6F04A-7669-AF7C-26EC-ED4571F3D311}"/>
              </a:ext>
            </a:extLst>
          </p:cNvPr>
          <p:cNvSpPr/>
          <p:nvPr/>
        </p:nvSpPr>
        <p:spPr>
          <a:xfrm>
            <a:off x="3826854" y="5214353"/>
            <a:ext cx="250166" cy="2458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EDE91B5-B159-57C4-7602-02AFD19C80A2}"/>
              </a:ext>
            </a:extLst>
          </p:cNvPr>
          <p:cNvSpPr/>
          <p:nvPr/>
        </p:nvSpPr>
        <p:spPr>
          <a:xfrm>
            <a:off x="4097884" y="5214353"/>
            <a:ext cx="250166" cy="2458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1EA9C82-9C2F-FE48-3A02-15F9D71B36C1}"/>
              </a:ext>
            </a:extLst>
          </p:cNvPr>
          <p:cNvSpPr/>
          <p:nvPr/>
        </p:nvSpPr>
        <p:spPr>
          <a:xfrm>
            <a:off x="4368914" y="5214353"/>
            <a:ext cx="250166" cy="2458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00C27ED-8044-2F88-FD9F-A05FE376D31E}"/>
              </a:ext>
            </a:extLst>
          </p:cNvPr>
          <p:cNvSpPr/>
          <p:nvPr/>
        </p:nvSpPr>
        <p:spPr>
          <a:xfrm>
            <a:off x="3284794" y="5588892"/>
            <a:ext cx="250166" cy="24585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E3A757B-A98A-4E6D-EEE2-55F8AE22060A}"/>
              </a:ext>
            </a:extLst>
          </p:cNvPr>
          <p:cNvSpPr/>
          <p:nvPr/>
        </p:nvSpPr>
        <p:spPr>
          <a:xfrm>
            <a:off x="3555824" y="5588892"/>
            <a:ext cx="250166" cy="2458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B36DB29-0ADF-C4FE-791F-C431BE84F60C}"/>
              </a:ext>
            </a:extLst>
          </p:cNvPr>
          <p:cNvSpPr/>
          <p:nvPr/>
        </p:nvSpPr>
        <p:spPr>
          <a:xfrm>
            <a:off x="3826854" y="5588892"/>
            <a:ext cx="250166" cy="2458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CA74D3D-C1A4-A34E-9FE7-041DCA8EC97F}"/>
              </a:ext>
            </a:extLst>
          </p:cNvPr>
          <p:cNvSpPr/>
          <p:nvPr/>
        </p:nvSpPr>
        <p:spPr>
          <a:xfrm>
            <a:off x="4097884" y="5588892"/>
            <a:ext cx="250166" cy="2458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CF66E49-64E2-130D-0754-5FD21F478503}"/>
              </a:ext>
            </a:extLst>
          </p:cNvPr>
          <p:cNvSpPr/>
          <p:nvPr/>
        </p:nvSpPr>
        <p:spPr>
          <a:xfrm>
            <a:off x="4368914" y="5588892"/>
            <a:ext cx="250166" cy="2458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CaixaDeTexto 53">
            <a:extLst>
              <a:ext uri="{FF2B5EF4-FFF2-40B4-BE49-F238E27FC236}">
                <a16:creationId xmlns:a16="http://schemas.microsoft.com/office/drawing/2014/main" id="{D243C3F8-7FC0-87E8-7DA0-AE0BD8AF1ADD}"/>
              </a:ext>
            </a:extLst>
          </p:cNvPr>
          <p:cNvSpPr txBox="1"/>
          <p:nvPr/>
        </p:nvSpPr>
        <p:spPr>
          <a:xfrm>
            <a:off x="3438657" y="3985721"/>
            <a:ext cx="1260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>
                <a:solidFill>
                  <a:schemeClr val="tx1"/>
                </a:solidFill>
              </a:rPr>
              <a:t>kernel</a:t>
            </a:r>
            <a:r>
              <a:rPr lang="pt-BR" dirty="0">
                <a:solidFill>
                  <a:schemeClr val="tx1"/>
                </a:solidFill>
              </a:rPr>
              <a:t> 2x1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CF62247-590B-D635-E31E-33BA28A68C27}"/>
              </a:ext>
            </a:extLst>
          </p:cNvPr>
          <p:cNvSpPr/>
          <p:nvPr/>
        </p:nvSpPr>
        <p:spPr>
          <a:xfrm>
            <a:off x="5067040" y="3285547"/>
            <a:ext cx="250166" cy="24585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8959CD7-330A-B394-9881-A6F6C297A6A8}"/>
              </a:ext>
            </a:extLst>
          </p:cNvPr>
          <p:cNvSpPr/>
          <p:nvPr/>
        </p:nvSpPr>
        <p:spPr>
          <a:xfrm>
            <a:off x="5338070" y="3285547"/>
            <a:ext cx="250166" cy="245853"/>
          </a:xfrm>
          <a:prstGeom prst="rect">
            <a:avLst/>
          </a:prstGeom>
          <a:solidFill>
            <a:srgbClr val="FF9B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B587CFD-D52C-C1D1-0C4E-66095A490EA2}"/>
              </a:ext>
            </a:extLst>
          </p:cNvPr>
          <p:cNvSpPr/>
          <p:nvPr/>
        </p:nvSpPr>
        <p:spPr>
          <a:xfrm>
            <a:off x="5609100" y="3285547"/>
            <a:ext cx="250166" cy="2458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A2DC568-A5D9-A76B-A25A-D44BD3921513}"/>
              </a:ext>
            </a:extLst>
          </p:cNvPr>
          <p:cNvCxnSpPr>
            <a:stCxn id="11" idx="3"/>
            <a:endCxn id="53" idx="1"/>
          </p:cNvCxnSpPr>
          <p:nvPr/>
        </p:nvCxnSpPr>
        <p:spPr>
          <a:xfrm>
            <a:off x="2866350" y="3232513"/>
            <a:ext cx="4184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D01B49F-3E0E-815B-E964-C5CA521F3997}"/>
              </a:ext>
            </a:extLst>
          </p:cNvPr>
          <p:cNvCxnSpPr/>
          <p:nvPr/>
        </p:nvCxnSpPr>
        <p:spPr>
          <a:xfrm>
            <a:off x="2866350" y="3616389"/>
            <a:ext cx="4184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2B1ADB9-3F25-96CB-EAA3-FF76E2673FC7}"/>
              </a:ext>
            </a:extLst>
          </p:cNvPr>
          <p:cNvCxnSpPr>
            <a:cxnSpLocks/>
            <a:endCxn id="82" idx="1"/>
          </p:cNvCxnSpPr>
          <p:nvPr/>
        </p:nvCxnSpPr>
        <p:spPr>
          <a:xfrm flipV="1">
            <a:off x="4619080" y="3408474"/>
            <a:ext cx="447960" cy="20791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D731AA3-12F0-0302-0891-24B8DA1E9239}"/>
              </a:ext>
            </a:extLst>
          </p:cNvPr>
          <p:cNvCxnSpPr>
            <a:cxnSpLocks/>
            <a:stCxn id="57" idx="3"/>
            <a:endCxn id="82" idx="1"/>
          </p:cNvCxnSpPr>
          <p:nvPr/>
        </p:nvCxnSpPr>
        <p:spPr>
          <a:xfrm>
            <a:off x="4619080" y="3232513"/>
            <a:ext cx="447960" cy="175961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aixaDeTexto 53">
            <a:extLst>
              <a:ext uri="{FF2B5EF4-FFF2-40B4-BE49-F238E27FC236}">
                <a16:creationId xmlns:a16="http://schemas.microsoft.com/office/drawing/2014/main" id="{2D1A403A-5213-DDD1-1072-728652BE0F18}"/>
              </a:ext>
            </a:extLst>
          </p:cNvPr>
          <p:cNvSpPr txBox="1"/>
          <p:nvPr/>
        </p:nvSpPr>
        <p:spPr>
          <a:xfrm>
            <a:off x="4784187" y="2786309"/>
            <a:ext cx="1604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 err="1"/>
              <a:t>a</a:t>
            </a:r>
            <a:r>
              <a:rPr lang="pt-BR" i="1" dirty="0" err="1">
                <a:solidFill>
                  <a:schemeClr val="tx1"/>
                </a:solidFill>
              </a:rPr>
              <a:t>ctivation</a:t>
            </a:r>
            <a:r>
              <a:rPr lang="pt-BR" i="1" dirty="0">
                <a:solidFill>
                  <a:schemeClr val="tx1"/>
                </a:solidFill>
              </a:rPr>
              <a:t> </a:t>
            </a:r>
            <a:r>
              <a:rPr lang="pt-BR" i="1" dirty="0" err="1">
                <a:solidFill>
                  <a:schemeClr val="tx1"/>
                </a:solidFill>
              </a:rPr>
              <a:t>map</a:t>
            </a:r>
            <a:endParaRPr lang="pt-BR" i="1" dirty="0">
              <a:solidFill>
                <a:schemeClr val="tx1"/>
              </a:solidFill>
            </a:endParaRPr>
          </a:p>
        </p:txBody>
      </p:sp>
      <p:sp>
        <p:nvSpPr>
          <p:cNvPr id="94" name="CaixaDeTexto 53">
            <a:extLst>
              <a:ext uri="{FF2B5EF4-FFF2-40B4-BE49-F238E27FC236}">
                <a16:creationId xmlns:a16="http://schemas.microsoft.com/office/drawing/2014/main" id="{5125D277-4925-F208-646A-17713382B949}"/>
              </a:ext>
            </a:extLst>
          </p:cNvPr>
          <p:cNvSpPr txBox="1"/>
          <p:nvPr/>
        </p:nvSpPr>
        <p:spPr>
          <a:xfrm>
            <a:off x="1313472" y="2653296"/>
            <a:ext cx="1835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/>
              <a:t>word </a:t>
            </a:r>
            <a:r>
              <a:rPr lang="pt-BR" i="1" dirty="0" err="1"/>
              <a:t>embedding</a:t>
            </a:r>
            <a:endParaRPr lang="pt-BR" i="1" dirty="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BDE7AE0-9766-E4E7-04DC-38A6DEC63B0B}"/>
              </a:ext>
            </a:extLst>
          </p:cNvPr>
          <p:cNvSpPr/>
          <p:nvPr/>
        </p:nvSpPr>
        <p:spPr>
          <a:xfrm>
            <a:off x="5071003" y="4583000"/>
            <a:ext cx="250166" cy="24585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819B03C-FEA6-CE5D-B717-6FFC54F148D8}"/>
              </a:ext>
            </a:extLst>
          </p:cNvPr>
          <p:cNvSpPr/>
          <p:nvPr/>
        </p:nvSpPr>
        <p:spPr>
          <a:xfrm>
            <a:off x="5342033" y="4583000"/>
            <a:ext cx="250166" cy="245853"/>
          </a:xfrm>
          <a:prstGeom prst="rect">
            <a:avLst/>
          </a:prstGeom>
          <a:solidFill>
            <a:srgbClr val="FF9B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BA5A59B-753C-1D0D-B07B-086747F0852B}"/>
              </a:ext>
            </a:extLst>
          </p:cNvPr>
          <p:cNvSpPr/>
          <p:nvPr/>
        </p:nvSpPr>
        <p:spPr>
          <a:xfrm>
            <a:off x="5613063" y="4583000"/>
            <a:ext cx="250166" cy="2458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2273067-5D8D-5735-E86A-71AFBB9B4696}"/>
              </a:ext>
            </a:extLst>
          </p:cNvPr>
          <p:cNvSpPr/>
          <p:nvPr/>
        </p:nvSpPr>
        <p:spPr>
          <a:xfrm>
            <a:off x="5073626" y="5007132"/>
            <a:ext cx="250166" cy="2458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45061CB-F13E-196E-B3AA-F30D8B6E0BC8}"/>
              </a:ext>
            </a:extLst>
          </p:cNvPr>
          <p:cNvSpPr/>
          <p:nvPr/>
        </p:nvSpPr>
        <p:spPr>
          <a:xfrm>
            <a:off x="5344656" y="5007132"/>
            <a:ext cx="250166" cy="24585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E4A0D4C-F034-CE7E-F700-3D4CA0D243EC}"/>
              </a:ext>
            </a:extLst>
          </p:cNvPr>
          <p:cNvSpPr/>
          <p:nvPr/>
        </p:nvSpPr>
        <p:spPr>
          <a:xfrm>
            <a:off x="5615686" y="5007132"/>
            <a:ext cx="250166" cy="2458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B3044F9-C062-9608-CF18-3497D7D3CCEB}"/>
              </a:ext>
            </a:extLst>
          </p:cNvPr>
          <p:cNvSpPr/>
          <p:nvPr/>
        </p:nvSpPr>
        <p:spPr>
          <a:xfrm>
            <a:off x="5067040" y="5425688"/>
            <a:ext cx="250166" cy="24585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83B8896-E098-EBAE-B874-42D31C771AD2}"/>
              </a:ext>
            </a:extLst>
          </p:cNvPr>
          <p:cNvSpPr/>
          <p:nvPr/>
        </p:nvSpPr>
        <p:spPr>
          <a:xfrm>
            <a:off x="5338070" y="5425688"/>
            <a:ext cx="250166" cy="2458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A986F4F-856E-FA8F-E6B9-253AC3D4671E}"/>
              </a:ext>
            </a:extLst>
          </p:cNvPr>
          <p:cNvSpPr/>
          <p:nvPr/>
        </p:nvSpPr>
        <p:spPr>
          <a:xfrm>
            <a:off x="5609100" y="5425688"/>
            <a:ext cx="250166" cy="2458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1F58A33-CD89-174E-AEF2-4C5AAFD66F04}"/>
              </a:ext>
            </a:extLst>
          </p:cNvPr>
          <p:cNvSpPr/>
          <p:nvPr/>
        </p:nvSpPr>
        <p:spPr>
          <a:xfrm>
            <a:off x="5067040" y="5842661"/>
            <a:ext cx="250166" cy="245853"/>
          </a:xfrm>
          <a:prstGeom prst="rect">
            <a:avLst/>
          </a:prstGeom>
          <a:solidFill>
            <a:srgbClr val="FF9B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5E4C72C-F260-8EE4-3DF2-D0EDFD915F43}"/>
              </a:ext>
            </a:extLst>
          </p:cNvPr>
          <p:cNvSpPr/>
          <p:nvPr/>
        </p:nvSpPr>
        <p:spPr>
          <a:xfrm>
            <a:off x="5338070" y="5842661"/>
            <a:ext cx="250166" cy="245853"/>
          </a:xfrm>
          <a:prstGeom prst="rect">
            <a:avLst/>
          </a:prstGeom>
          <a:solidFill>
            <a:srgbClr val="FF9B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54EFCD7-4559-A1E0-4328-A106323AD6DA}"/>
              </a:ext>
            </a:extLst>
          </p:cNvPr>
          <p:cNvSpPr/>
          <p:nvPr/>
        </p:nvSpPr>
        <p:spPr>
          <a:xfrm>
            <a:off x="5609100" y="5842661"/>
            <a:ext cx="250166" cy="2458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11AF5DD-24FD-5901-B228-5393D6DDB98F}"/>
              </a:ext>
            </a:extLst>
          </p:cNvPr>
          <p:cNvSpPr/>
          <p:nvPr/>
        </p:nvSpPr>
        <p:spPr>
          <a:xfrm>
            <a:off x="5074086" y="6213577"/>
            <a:ext cx="250166" cy="245853"/>
          </a:xfrm>
          <a:prstGeom prst="rect">
            <a:avLst/>
          </a:prstGeom>
          <a:solidFill>
            <a:srgbClr val="FF9B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C965CD9-EA5B-BF30-2785-7152C7701675}"/>
              </a:ext>
            </a:extLst>
          </p:cNvPr>
          <p:cNvSpPr/>
          <p:nvPr/>
        </p:nvSpPr>
        <p:spPr>
          <a:xfrm>
            <a:off x="5345116" y="6213577"/>
            <a:ext cx="250166" cy="24585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65641B9-8E1C-8BDA-8DE7-611329E5C20D}"/>
              </a:ext>
            </a:extLst>
          </p:cNvPr>
          <p:cNvSpPr/>
          <p:nvPr/>
        </p:nvSpPr>
        <p:spPr>
          <a:xfrm>
            <a:off x="5616146" y="6213577"/>
            <a:ext cx="250166" cy="2458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" name="CaixaDeTexto 53">
            <a:extLst>
              <a:ext uri="{FF2B5EF4-FFF2-40B4-BE49-F238E27FC236}">
                <a16:creationId xmlns:a16="http://schemas.microsoft.com/office/drawing/2014/main" id="{EBCCFD25-F452-8649-C973-28079AB373A6}"/>
              </a:ext>
            </a:extLst>
          </p:cNvPr>
          <p:cNvSpPr txBox="1"/>
          <p:nvPr/>
        </p:nvSpPr>
        <p:spPr>
          <a:xfrm>
            <a:off x="1325899" y="4003861"/>
            <a:ext cx="1835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/>
              <a:t>word </a:t>
            </a:r>
            <a:r>
              <a:rPr lang="pt-BR" i="1" dirty="0" err="1"/>
              <a:t>embedding</a:t>
            </a:r>
            <a:endParaRPr lang="pt-BR" i="1" dirty="0">
              <a:solidFill>
                <a:schemeClr val="tx1"/>
              </a:solidFill>
            </a:endParaRPr>
          </a:p>
        </p:txBody>
      </p:sp>
      <p:sp>
        <p:nvSpPr>
          <p:cNvPr id="103" name="CaixaDeTexto 53">
            <a:extLst>
              <a:ext uri="{FF2B5EF4-FFF2-40B4-BE49-F238E27FC236}">
                <a16:creationId xmlns:a16="http://schemas.microsoft.com/office/drawing/2014/main" id="{30C589DA-3BF0-6349-819A-31C90052B38F}"/>
              </a:ext>
            </a:extLst>
          </p:cNvPr>
          <p:cNvSpPr txBox="1"/>
          <p:nvPr/>
        </p:nvSpPr>
        <p:spPr>
          <a:xfrm>
            <a:off x="4792496" y="3985721"/>
            <a:ext cx="1604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 err="1"/>
              <a:t>a</a:t>
            </a:r>
            <a:r>
              <a:rPr lang="pt-BR" i="1" dirty="0" err="1">
                <a:solidFill>
                  <a:schemeClr val="tx1"/>
                </a:solidFill>
              </a:rPr>
              <a:t>ctivation</a:t>
            </a:r>
            <a:r>
              <a:rPr lang="pt-BR" i="1" dirty="0">
                <a:solidFill>
                  <a:schemeClr val="tx1"/>
                </a:solidFill>
              </a:rPr>
              <a:t> </a:t>
            </a:r>
            <a:r>
              <a:rPr lang="pt-BR" i="1" dirty="0" err="1">
                <a:solidFill>
                  <a:schemeClr val="tx1"/>
                </a:solidFill>
              </a:rPr>
              <a:t>map</a:t>
            </a:r>
            <a:endParaRPr lang="pt-BR" i="1" dirty="0">
              <a:solidFill>
                <a:schemeClr val="tx1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AF9ECA2-4D63-6A29-EE48-6EEFEFED7776}"/>
              </a:ext>
            </a:extLst>
          </p:cNvPr>
          <p:cNvCxnSpPr/>
          <p:nvPr/>
        </p:nvCxnSpPr>
        <p:spPr>
          <a:xfrm>
            <a:off x="2866350" y="5349939"/>
            <a:ext cx="4184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CE6BD71-0F09-84DC-EF02-5C17EE743039}"/>
              </a:ext>
            </a:extLst>
          </p:cNvPr>
          <p:cNvCxnSpPr/>
          <p:nvPr/>
        </p:nvCxnSpPr>
        <p:spPr>
          <a:xfrm>
            <a:off x="2866350" y="5697005"/>
            <a:ext cx="4184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44C32E5-D0CE-A301-1A9A-6E517463C904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4619080" y="5349939"/>
            <a:ext cx="447960" cy="19867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67A803E7-F9D3-D681-CB42-F37A9E4BE2CD}"/>
              </a:ext>
            </a:extLst>
          </p:cNvPr>
          <p:cNvCxnSpPr>
            <a:cxnSpLocks/>
            <a:stCxn id="80" idx="3"/>
            <a:endCxn id="89" idx="1"/>
          </p:cNvCxnSpPr>
          <p:nvPr/>
        </p:nvCxnSpPr>
        <p:spPr>
          <a:xfrm flipV="1">
            <a:off x="4619080" y="5548615"/>
            <a:ext cx="447960" cy="163204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33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611F-1159-6152-D382-D351FD7AC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Outra ideia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57988-85BA-02E9-E305-30D50E82D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tentar usar </a:t>
            </a:r>
            <a:r>
              <a:rPr lang="pt-BR" dirty="0" err="1"/>
              <a:t>CNNs</a:t>
            </a:r>
            <a:r>
              <a:rPr lang="pt-BR" dirty="0"/>
              <a:t> para classificar o sentimento da frase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4D730-6EEC-3374-FBAD-229744BD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15</a:t>
            </a:fld>
            <a:endParaRPr lang="pt-BR"/>
          </a:p>
        </p:txBody>
      </p:sp>
      <p:sp>
        <p:nvSpPr>
          <p:cNvPr id="5" name="CaixaDeTexto 53">
            <a:extLst>
              <a:ext uri="{FF2B5EF4-FFF2-40B4-BE49-F238E27FC236}">
                <a16:creationId xmlns:a16="http://schemas.microsoft.com/office/drawing/2014/main" id="{B3B2031A-B51B-A5A0-ACA7-A7D8AF22AA7A}"/>
              </a:ext>
            </a:extLst>
          </p:cNvPr>
          <p:cNvSpPr txBox="1"/>
          <p:nvPr/>
        </p:nvSpPr>
        <p:spPr>
          <a:xfrm>
            <a:off x="484317" y="3066354"/>
            <a:ext cx="81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“bela”</a:t>
            </a:r>
          </a:p>
        </p:txBody>
      </p:sp>
      <p:sp>
        <p:nvSpPr>
          <p:cNvPr id="6" name="CaixaDeTexto 53">
            <a:extLst>
              <a:ext uri="{FF2B5EF4-FFF2-40B4-BE49-F238E27FC236}">
                <a16:creationId xmlns:a16="http://schemas.microsoft.com/office/drawing/2014/main" id="{3FFB6258-0C33-7EF3-C32A-0D3A03CC6A08}"/>
              </a:ext>
            </a:extLst>
          </p:cNvPr>
          <p:cNvSpPr txBox="1"/>
          <p:nvPr/>
        </p:nvSpPr>
        <p:spPr>
          <a:xfrm>
            <a:off x="137623" y="3435686"/>
            <a:ext cx="1167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“porcaria”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D8B0E9-7F95-2A24-F83E-D3D6F131C8E2}"/>
              </a:ext>
            </a:extLst>
          </p:cNvPr>
          <p:cNvSpPr/>
          <p:nvPr/>
        </p:nvSpPr>
        <p:spPr>
          <a:xfrm>
            <a:off x="1532064" y="3109586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116B5F-CCC9-24CD-6B23-C1502B2E2D1E}"/>
              </a:ext>
            </a:extLst>
          </p:cNvPr>
          <p:cNvSpPr/>
          <p:nvPr/>
        </p:nvSpPr>
        <p:spPr>
          <a:xfrm>
            <a:off x="1803094" y="3109586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3A6BE3-71EF-7B0F-6059-A08D9A2C26C7}"/>
              </a:ext>
            </a:extLst>
          </p:cNvPr>
          <p:cNvSpPr/>
          <p:nvPr/>
        </p:nvSpPr>
        <p:spPr>
          <a:xfrm>
            <a:off x="2074124" y="3109586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47EDF1-4F49-2B90-0904-4AA6678AAD19}"/>
              </a:ext>
            </a:extLst>
          </p:cNvPr>
          <p:cNvSpPr/>
          <p:nvPr/>
        </p:nvSpPr>
        <p:spPr>
          <a:xfrm>
            <a:off x="2345154" y="3109586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36800D-DCF0-2228-D881-F4D1BDD80E0C}"/>
              </a:ext>
            </a:extLst>
          </p:cNvPr>
          <p:cNvSpPr/>
          <p:nvPr/>
        </p:nvSpPr>
        <p:spPr>
          <a:xfrm>
            <a:off x="2616184" y="3109586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3BD919-ED6F-AE66-A7A3-2EC2F83390A8}"/>
              </a:ext>
            </a:extLst>
          </p:cNvPr>
          <p:cNvSpPr/>
          <p:nvPr/>
        </p:nvSpPr>
        <p:spPr>
          <a:xfrm>
            <a:off x="2074124" y="3484125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E81545-FA25-8253-241C-9BFB873135F8}"/>
              </a:ext>
            </a:extLst>
          </p:cNvPr>
          <p:cNvSpPr/>
          <p:nvPr/>
        </p:nvSpPr>
        <p:spPr>
          <a:xfrm>
            <a:off x="2616184" y="3484125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BBD750-BCC4-6FF5-E041-374C0889ACEC}"/>
              </a:ext>
            </a:extLst>
          </p:cNvPr>
          <p:cNvSpPr/>
          <p:nvPr/>
        </p:nvSpPr>
        <p:spPr>
          <a:xfrm>
            <a:off x="1803094" y="3484125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358EE0-2D3F-B8CF-F196-839CB00E8AE5}"/>
              </a:ext>
            </a:extLst>
          </p:cNvPr>
          <p:cNvSpPr/>
          <p:nvPr/>
        </p:nvSpPr>
        <p:spPr>
          <a:xfrm>
            <a:off x="1532064" y="3484125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E72DF4-A9C9-4CA2-F79C-F2F812648BE1}"/>
              </a:ext>
            </a:extLst>
          </p:cNvPr>
          <p:cNvSpPr/>
          <p:nvPr/>
        </p:nvSpPr>
        <p:spPr>
          <a:xfrm>
            <a:off x="2345154" y="3484125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53">
            <a:extLst>
              <a:ext uri="{FF2B5EF4-FFF2-40B4-BE49-F238E27FC236}">
                <a16:creationId xmlns:a16="http://schemas.microsoft.com/office/drawing/2014/main" id="{528A4867-7540-91A4-0EA1-DA8E05CB0954}"/>
              </a:ext>
            </a:extLst>
          </p:cNvPr>
          <p:cNvSpPr txBox="1"/>
          <p:nvPr/>
        </p:nvSpPr>
        <p:spPr>
          <a:xfrm>
            <a:off x="589858" y="5548615"/>
            <a:ext cx="81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“uma”</a:t>
            </a:r>
          </a:p>
        </p:txBody>
      </p:sp>
      <p:sp>
        <p:nvSpPr>
          <p:cNvPr id="18" name="CaixaDeTexto 53">
            <a:extLst>
              <a:ext uri="{FF2B5EF4-FFF2-40B4-BE49-F238E27FC236}">
                <a16:creationId xmlns:a16="http://schemas.microsoft.com/office/drawing/2014/main" id="{B44FD3C1-7242-2082-880D-C70EAE34ADA3}"/>
              </a:ext>
            </a:extLst>
          </p:cNvPr>
          <p:cNvSpPr txBox="1"/>
          <p:nvPr/>
        </p:nvSpPr>
        <p:spPr>
          <a:xfrm>
            <a:off x="239520" y="6336504"/>
            <a:ext cx="1167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“porcaria”</a:t>
            </a:r>
          </a:p>
        </p:txBody>
      </p:sp>
      <p:sp>
        <p:nvSpPr>
          <p:cNvPr id="19" name="CaixaDeTexto 53">
            <a:extLst>
              <a:ext uri="{FF2B5EF4-FFF2-40B4-BE49-F238E27FC236}">
                <a16:creationId xmlns:a16="http://schemas.microsoft.com/office/drawing/2014/main" id="{0AB84D18-C8A9-E74A-4DFE-57089296C1F8}"/>
              </a:ext>
            </a:extLst>
          </p:cNvPr>
          <p:cNvSpPr txBox="1"/>
          <p:nvPr/>
        </p:nvSpPr>
        <p:spPr>
          <a:xfrm>
            <a:off x="589858" y="4366783"/>
            <a:ext cx="81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“esse”</a:t>
            </a:r>
          </a:p>
        </p:txBody>
      </p:sp>
      <p:sp>
        <p:nvSpPr>
          <p:cNvPr id="20" name="CaixaDeTexto 53">
            <a:extLst>
              <a:ext uri="{FF2B5EF4-FFF2-40B4-BE49-F238E27FC236}">
                <a16:creationId xmlns:a16="http://schemas.microsoft.com/office/drawing/2014/main" id="{0E63CA59-2851-40DF-5F90-01307CEAB8A5}"/>
              </a:ext>
            </a:extLst>
          </p:cNvPr>
          <p:cNvSpPr txBox="1"/>
          <p:nvPr/>
        </p:nvSpPr>
        <p:spPr>
          <a:xfrm>
            <a:off x="239520" y="4760727"/>
            <a:ext cx="1167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“filme”</a:t>
            </a:r>
          </a:p>
        </p:txBody>
      </p:sp>
      <p:sp>
        <p:nvSpPr>
          <p:cNvPr id="21" name="CaixaDeTexto 53">
            <a:extLst>
              <a:ext uri="{FF2B5EF4-FFF2-40B4-BE49-F238E27FC236}">
                <a16:creationId xmlns:a16="http://schemas.microsoft.com/office/drawing/2014/main" id="{FD23628E-BDED-23BA-D29A-EE649430B926}"/>
              </a:ext>
            </a:extLst>
          </p:cNvPr>
          <p:cNvSpPr txBox="1"/>
          <p:nvPr/>
        </p:nvSpPr>
        <p:spPr>
          <a:xfrm>
            <a:off x="589858" y="5154671"/>
            <a:ext cx="81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“é”</a:t>
            </a:r>
          </a:p>
        </p:txBody>
      </p:sp>
      <p:sp>
        <p:nvSpPr>
          <p:cNvPr id="22" name="CaixaDeTexto 53">
            <a:extLst>
              <a:ext uri="{FF2B5EF4-FFF2-40B4-BE49-F238E27FC236}">
                <a16:creationId xmlns:a16="http://schemas.microsoft.com/office/drawing/2014/main" id="{BF80D013-239F-B0E6-CFB7-56FBF9BB7410}"/>
              </a:ext>
            </a:extLst>
          </p:cNvPr>
          <p:cNvSpPr txBox="1"/>
          <p:nvPr/>
        </p:nvSpPr>
        <p:spPr>
          <a:xfrm>
            <a:off x="589858" y="5942559"/>
            <a:ext cx="81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tx1"/>
                </a:solidFill>
              </a:rPr>
              <a:t>“bela”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A1C118-5D52-C1B4-6BDB-8424E73F2F6A}"/>
              </a:ext>
            </a:extLst>
          </p:cNvPr>
          <p:cNvSpPr/>
          <p:nvPr/>
        </p:nvSpPr>
        <p:spPr>
          <a:xfrm>
            <a:off x="1531851" y="6000065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691E44-9EEE-250F-4FD6-2C77E5FCA5DA}"/>
              </a:ext>
            </a:extLst>
          </p:cNvPr>
          <p:cNvSpPr/>
          <p:nvPr/>
        </p:nvSpPr>
        <p:spPr>
          <a:xfrm>
            <a:off x="1802881" y="6000065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D0CE1A-ECB0-D36E-6262-1FCC0E22109A}"/>
              </a:ext>
            </a:extLst>
          </p:cNvPr>
          <p:cNvSpPr/>
          <p:nvPr/>
        </p:nvSpPr>
        <p:spPr>
          <a:xfrm>
            <a:off x="2073911" y="6000065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020D7E-7E6B-4B77-C941-F64ACB1FBEEB}"/>
              </a:ext>
            </a:extLst>
          </p:cNvPr>
          <p:cNvSpPr/>
          <p:nvPr/>
        </p:nvSpPr>
        <p:spPr>
          <a:xfrm>
            <a:off x="2344941" y="6000065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65D59E-E13C-F0A1-8D6D-6DDE68B77C81}"/>
              </a:ext>
            </a:extLst>
          </p:cNvPr>
          <p:cNvSpPr/>
          <p:nvPr/>
        </p:nvSpPr>
        <p:spPr>
          <a:xfrm>
            <a:off x="2615971" y="6000065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BE7B61-303D-CB6B-2FF3-2FFEEFF65FAC}"/>
              </a:ext>
            </a:extLst>
          </p:cNvPr>
          <p:cNvSpPr/>
          <p:nvPr/>
        </p:nvSpPr>
        <p:spPr>
          <a:xfrm>
            <a:off x="2073911" y="6374604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4DDF31-9C19-C896-9B7D-3130CA107013}"/>
              </a:ext>
            </a:extLst>
          </p:cNvPr>
          <p:cNvSpPr/>
          <p:nvPr/>
        </p:nvSpPr>
        <p:spPr>
          <a:xfrm>
            <a:off x="2615971" y="6374604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604272-4E18-3242-2194-4B7EC45CADA7}"/>
              </a:ext>
            </a:extLst>
          </p:cNvPr>
          <p:cNvSpPr/>
          <p:nvPr/>
        </p:nvSpPr>
        <p:spPr>
          <a:xfrm>
            <a:off x="1802881" y="6374604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DEB87D-C702-9BA4-6FFD-A5D6CBD32D69}"/>
              </a:ext>
            </a:extLst>
          </p:cNvPr>
          <p:cNvSpPr/>
          <p:nvPr/>
        </p:nvSpPr>
        <p:spPr>
          <a:xfrm>
            <a:off x="1531851" y="6374604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523173-13AD-87FD-6F37-0787D0F0C051}"/>
              </a:ext>
            </a:extLst>
          </p:cNvPr>
          <p:cNvSpPr/>
          <p:nvPr/>
        </p:nvSpPr>
        <p:spPr>
          <a:xfrm>
            <a:off x="2344941" y="6374604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F5D49C-6A52-A9FB-0E49-76B806BC0637}"/>
              </a:ext>
            </a:extLst>
          </p:cNvPr>
          <p:cNvSpPr/>
          <p:nvPr/>
        </p:nvSpPr>
        <p:spPr>
          <a:xfrm>
            <a:off x="1531851" y="5202654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DED5EB-B65B-E6F6-A760-60292646F51A}"/>
              </a:ext>
            </a:extLst>
          </p:cNvPr>
          <p:cNvSpPr/>
          <p:nvPr/>
        </p:nvSpPr>
        <p:spPr>
          <a:xfrm>
            <a:off x="1802881" y="5202654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D85845-7D37-13C5-BE3E-0113359BA5EE}"/>
              </a:ext>
            </a:extLst>
          </p:cNvPr>
          <p:cNvSpPr/>
          <p:nvPr/>
        </p:nvSpPr>
        <p:spPr>
          <a:xfrm>
            <a:off x="2073911" y="5202654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0F3E80-C7E5-D3E8-A512-AD3E20B21466}"/>
              </a:ext>
            </a:extLst>
          </p:cNvPr>
          <p:cNvSpPr/>
          <p:nvPr/>
        </p:nvSpPr>
        <p:spPr>
          <a:xfrm>
            <a:off x="2344941" y="5202654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17FDAB-8E29-4B65-E53B-73A954E7924A}"/>
              </a:ext>
            </a:extLst>
          </p:cNvPr>
          <p:cNvSpPr/>
          <p:nvPr/>
        </p:nvSpPr>
        <p:spPr>
          <a:xfrm>
            <a:off x="2615971" y="5202654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0481DA-1B08-A60E-7290-4F036DC0D91D}"/>
              </a:ext>
            </a:extLst>
          </p:cNvPr>
          <p:cNvSpPr/>
          <p:nvPr/>
        </p:nvSpPr>
        <p:spPr>
          <a:xfrm>
            <a:off x="2073911" y="5596245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1BF7CF-5EE6-31AD-C10C-C8E012AA77E5}"/>
              </a:ext>
            </a:extLst>
          </p:cNvPr>
          <p:cNvSpPr/>
          <p:nvPr/>
        </p:nvSpPr>
        <p:spPr>
          <a:xfrm>
            <a:off x="2615971" y="5596245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420435-DD74-712F-8DDD-A3C22590F475}"/>
              </a:ext>
            </a:extLst>
          </p:cNvPr>
          <p:cNvSpPr/>
          <p:nvPr/>
        </p:nvSpPr>
        <p:spPr>
          <a:xfrm>
            <a:off x="1802881" y="5596245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FD7B1D9-C8A3-77F0-3BA8-2982B01C9CCE}"/>
              </a:ext>
            </a:extLst>
          </p:cNvPr>
          <p:cNvSpPr/>
          <p:nvPr/>
        </p:nvSpPr>
        <p:spPr>
          <a:xfrm>
            <a:off x="1531851" y="5596245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FEF19F-2572-56E4-1A2C-2C0CEFEAA6CA}"/>
              </a:ext>
            </a:extLst>
          </p:cNvPr>
          <p:cNvSpPr/>
          <p:nvPr/>
        </p:nvSpPr>
        <p:spPr>
          <a:xfrm>
            <a:off x="2344941" y="5596245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ADFDAE-DBA0-A98D-A9DB-944E95B0B353}"/>
              </a:ext>
            </a:extLst>
          </p:cNvPr>
          <p:cNvSpPr/>
          <p:nvPr/>
        </p:nvSpPr>
        <p:spPr>
          <a:xfrm>
            <a:off x="1531851" y="4429207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975BFEE-1EB6-D24A-2AF7-3F4E250DFEFB}"/>
              </a:ext>
            </a:extLst>
          </p:cNvPr>
          <p:cNvSpPr/>
          <p:nvPr/>
        </p:nvSpPr>
        <p:spPr>
          <a:xfrm>
            <a:off x="1802881" y="4429207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3DC1A96-A651-3023-C418-F017F222F4AD}"/>
              </a:ext>
            </a:extLst>
          </p:cNvPr>
          <p:cNvSpPr/>
          <p:nvPr/>
        </p:nvSpPr>
        <p:spPr>
          <a:xfrm>
            <a:off x="2073911" y="4429207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E2D5DB2-8106-AB85-3EF2-3B48F709E8E1}"/>
              </a:ext>
            </a:extLst>
          </p:cNvPr>
          <p:cNvSpPr/>
          <p:nvPr/>
        </p:nvSpPr>
        <p:spPr>
          <a:xfrm>
            <a:off x="2344941" y="4429207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99BF75D-780D-DDE0-5F5A-212A36CAE23F}"/>
              </a:ext>
            </a:extLst>
          </p:cNvPr>
          <p:cNvSpPr/>
          <p:nvPr/>
        </p:nvSpPr>
        <p:spPr>
          <a:xfrm>
            <a:off x="2615971" y="4429207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0E2F798-9566-5F5A-7D73-0DC02C64EB4E}"/>
              </a:ext>
            </a:extLst>
          </p:cNvPr>
          <p:cNvSpPr/>
          <p:nvPr/>
        </p:nvSpPr>
        <p:spPr>
          <a:xfrm>
            <a:off x="2073911" y="4822798"/>
            <a:ext cx="250166" cy="245853"/>
          </a:xfrm>
          <a:prstGeom prst="rect">
            <a:avLst/>
          </a:prstGeom>
          <a:solidFill>
            <a:srgbClr val="428B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131927B-25DE-AB0B-D378-BD41E48F19E1}"/>
              </a:ext>
            </a:extLst>
          </p:cNvPr>
          <p:cNvSpPr/>
          <p:nvPr/>
        </p:nvSpPr>
        <p:spPr>
          <a:xfrm>
            <a:off x="2615971" y="4822798"/>
            <a:ext cx="250166" cy="2458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2168E96-25AB-67C1-6C80-4682BB9C7D8B}"/>
              </a:ext>
            </a:extLst>
          </p:cNvPr>
          <p:cNvSpPr/>
          <p:nvPr/>
        </p:nvSpPr>
        <p:spPr>
          <a:xfrm>
            <a:off x="1802881" y="4822798"/>
            <a:ext cx="250166" cy="245853"/>
          </a:xfrm>
          <a:prstGeom prst="rect">
            <a:avLst/>
          </a:prstGeom>
          <a:solidFill>
            <a:srgbClr val="9BC2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32E1011-AEE2-B7B3-946F-2B3968CD51B2}"/>
              </a:ext>
            </a:extLst>
          </p:cNvPr>
          <p:cNvSpPr/>
          <p:nvPr/>
        </p:nvSpPr>
        <p:spPr>
          <a:xfrm>
            <a:off x="1531851" y="4822798"/>
            <a:ext cx="250166" cy="245853"/>
          </a:xfrm>
          <a:prstGeom prst="rect">
            <a:avLst/>
          </a:prstGeom>
          <a:solidFill>
            <a:srgbClr val="DAE9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31FD5CD-C27C-FA5D-25DD-66361B1655E9}"/>
              </a:ext>
            </a:extLst>
          </p:cNvPr>
          <p:cNvSpPr/>
          <p:nvPr/>
        </p:nvSpPr>
        <p:spPr>
          <a:xfrm>
            <a:off x="2344941" y="4822798"/>
            <a:ext cx="250166" cy="245853"/>
          </a:xfrm>
          <a:prstGeom prst="rect">
            <a:avLst/>
          </a:prstGeom>
          <a:solidFill>
            <a:srgbClr val="245A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94BF24F-525C-578E-AA20-9637EBCB5E7B}"/>
              </a:ext>
            </a:extLst>
          </p:cNvPr>
          <p:cNvSpPr/>
          <p:nvPr/>
        </p:nvSpPr>
        <p:spPr>
          <a:xfrm>
            <a:off x="3210694" y="3029193"/>
            <a:ext cx="1488515" cy="773850"/>
          </a:xfrm>
          <a:prstGeom prst="rect">
            <a:avLst/>
          </a:prstGeom>
          <a:solidFill>
            <a:srgbClr val="FFFFDD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A9121E7-84A2-1B98-B5B8-A4CB0B2B6817}"/>
              </a:ext>
            </a:extLst>
          </p:cNvPr>
          <p:cNvSpPr/>
          <p:nvPr/>
        </p:nvSpPr>
        <p:spPr>
          <a:xfrm>
            <a:off x="3284794" y="3109586"/>
            <a:ext cx="250166" cy="24585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D26F57D-D2FD-D877-B2DF-F2535B18C460}"/>
              </a:ext>
            </a:extLst>
          </p:cNvPr>
          <p:cNvSpPr/>
          <p:nvPr/>
        </p:nvSpPr>
        <p:spPr>
          <a:xfrm>
            <a:off x="3555824" y="3109586"/>
            <a:ext cx="250166" cy="2458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45D041A-664F-2064-3088-B3D2850C976A}"/>
              </a:ext>
            </a:extLst>
          </p:cNvPr>
          <p:cNvSpPr/>
          <p:nvPr/>
        </p:nvSpPr>
        <p:spPr>
          <a:xfrm>
            <a:off x="3826854" y="3109586"/>
            <a:ext cx="250166" cy="2458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441A675-9234-ED59-7A50-2281CBF01A37}"/>
              </a:ext>
            </a:extLst>
          </p:cNvPr>
          <p:cNvSpPr/>
          <p:nvPr/>
        </p:nvSpPr>
        <p:spPr>
          <a:xfrm>
            <a:off x="4097884" y="3109586"/>
            <a:ext cx="250166" cy="2458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428F368-A301-21E2-AF2A-2CA3438366EE}"/>
              </a:ext>
            </a:extLst>
          </p:cNvPr>
          <p:cNvSpPr/>
          <p:nvPr/>
        </p:nvSpPr>
        <p:spPr>
          <a:xfrm>
            <a:off x="4368914" y="3109586"/>
            <a:ext cx="250166" cy="2458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952659-C74B-4B08-B16B-7AA55B7FA163}"/>
              </a:ext>
            </a:extLst>
          </p:cNvPr>
          <p:cNvSpPr/>
          <p:nvPr/>
        </p:nvSpPr>
        <p:spPr>
          <a:xfrm>
            <a:off x="3284794" y="3484125"/>
            <a:ext cx="250166" cy="24585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2E433CA-7382-9D6E-57A1-F88F613480B4}"/>
              </a:ext>
            </a:extLst>
          </p:cNvPr>
          <p:cNvSpPr/>
          <p:nvPr/>
        </p:nvSpPr>
        <p:spPr>
          <a:xfrm>
            <a:off x="3555824" y="3484125"/>
            <a:ext cx="250166" cy="2458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362D7A1-FCC2-0BC5-EE85-4E2367F51224}"/>
              </a:ext>
            </a:extLst>
          </p:cNvPr>
          <p:cNvSpPr/>
          <p:nvPr/>
        </p:nvSpPr>
        <p:spPr>
          <a:xfrm>
            <a:off x="3826854" y="3484125"/>
            <a:ext cx="250166" cy="2458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C0A6661-E48B-00D1-667D-6725EA5DC2AB}"/>
              </a:ext>
            </a:extLst>
          </p:cNvPr>
          <p:cNvSpPr/>
          <p:nvPr/>
        </p:nvSpPr>
        <p:spPr>
          <a:xfrm>
            <a:off x="4097884" y="3484125"/>
            <a:ext cx="250166" cy="2458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67C5F60-6115-646D-3622-AC6BD67E5D66}"/>
              </a:ext>
            </a:extLst>
          </p:cNvPr>
          <p:cNvSpPr/>
          <p:nvPr/>
        </p:nvSpPr>
        <p:spPr>
          <a:xfrm>
            <a:off x="4368914" y="3484125"/>
            <a:ext cx="250166" cy="2458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CaixaDeTexto 53">
            <a:extLst>
              <a:ext uri="{FF2B5EF4-FFF2-40B4-BE49-F238E27FC236}">
                <a16:creationId xmlns:a16="http://schemas.microsoft.com/office/drawing/2014/main" id="{30F4D2FE-C4FE-D407-02A8-EC1AEFA794D8}"/>
              </a:ext>
            </a:extLst>
          </p:cNvPr>
          <p:cNvSpPr txBox="1"/>
          <p:nvPr/>
        </p:nvSpPr>
        <p:spPr>
          <a:xfrm>
            <a:off x="3387479" y="2665140"/>
            <a:ext cx="1231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/>
              <a:t>k</a:t>
            </a:r>
            <a:r>
              <a:rPr lang="pt-BR" i="1" dirty="0">
                <a:solidFill>
                  <a:schemeClr val="tx1"/>
                </a:solidFill>
              </a:rPr>
              <a:t>ernel</a:t>
            </a:r>
            <a:r>
              <a:rPr lang="pt-BR" dirty="0">
                <a:solidFill>
                  <a:schemeClr val="tx1"/>
                </a:solidFill>
              </a:rPr>
              <a:t> 2x1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0650E51-E1EE-56ED-0D55-ADC4C97B6218}"/>
              </a:ext>
            </a:extLst>
          </p:cNvPr>
          <p:cNvSpPr/>
          <p:nvPr/>
        </p:nvSpPr>
        <p:spPr>
          <a:xfrm>
            <a:off x="3210694" y="5133960"/>
            <a:ext cx="1488515" cy="773850"/>
          </a:xfrm>
          <a:prstGeom prst="rect">
            <a:avLst/>
          </a:prstGeom>
          <a:solidFill>
            <a:srgbClr val="FFFFDD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249DA81-0CF6-2F81-C96F-BA05D473962B}"/>
              </a:ext>
            </a:extLst>
          </p:cNvPr>
          <p:cNvSpPr/>
          <p:nvPr/>
        </p:nvSpPr>
        <p:spPr>
          <a:xfrm>
            <a:off x="3284794" y="5214353"/>
            <a:ext cx="250166" cy="24585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DACF3FF-83CD-B2EB-FAD4-D062714549C3}"/>
              </a:ext>
            </a:extLst>
          </p:cNvPr>
          <p:cNvSpPr/>
          <p:nvPr/>
        </p:nvSpPr>
        <p:spPr>
          <a:xfrm>
            <a:off x="3555824" y="5214353"/>
            <a:ext cx="250166" cy="2458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7F6F04A-7669-AF7C-26EC-ED4571F3D311}"/>
              </a:ext>
            </a:extLst>
          </p:cNvPr>
          <p:cNvSpPr/>
          <p:nvPr/>
        </p:nvSpPr>
        <p:spPr>
          <a:xfrm>
            <a:off x="3826854" y="5214353"/>
            <a:ext cx="250166" cy="2458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EDE91B5-B159-57C4-7602-02AFD19C80A2}"/>
              </a:ext>
            </a:extLst>
          </p:cNvPr>
          <p:cNvSpPr/>
          <p:nvPr/>
        </p:nvSpPr>
        <p:spPr>
          <a:xfrm>
            <a:off x="4097884" y="5214353"/>
            <a:ext cx="250166" cy="2458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1EA9C82-9C2F-FE48-3A02-15F9D71B36C1}"/>
              </a:ext>
            </a:extLst>
          </p:cNvPr>
          <p:cNvSpPr/>
          <p:nvPr/>
        </p:nvSpPr>
        <p:spPr>
          <a:xfrm>
            <a:off x="4368914" y="5214353"/>
            <a:ext cx="250166" cy="2458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00C27ED-8044-2F88-FD9F-A05FE376D31E}"/>
              </a:ext>
            </a:extLst>
          </p:cNvPr>
          <p:cNvSpPr/>
          <p:nvPr/>
        </p:nvSpPr>
        <p:spPr>
          <a:xfrm>
            <a:off x="3284794" y="5588892"/>
            <a:ext cx="250166" cy="24585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E3A757B-A98A-4E6D-EEE2-55F8AE22060A}"/>
              </a:ext>
            </a:extLst>
          </p:cNvPr>
          <p:cNvSpPr/>
          <p:nvPr/>
        </p:nvSpPr>
        <p:spPr>
          <a:xfrm>
            <a:off x="3555824" y="5588892"/>
            <a:ext cx="250166" cy="2458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B36DB29-0ADF-C4FE-791F-C431BE84F60C}"/>
              </a:ext>
            </a:extLst>
          </p:cNvPr>
          <p:cNvSpPr/>
          <p:nvPr/>
        </p:nvSpPr>
        <p:spPr>
          <a:xfrm>
            <a:off x="3826854" y="5588892"/>
            <a:ext cx="250166" cy="2458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CA74D3D-C1A4-A34E-9FE7-041DCA8EC97F}"/>
              </a:ext>
            </a:extLst>
          </p:cNvPr>
          <p:cNvSpPr/>
          <p:nvPr/>
        </p:nvSpPr>
        <p:spPr>
          <a:xfrm>
            <a:off x="4097884" y="5588892"/>
            <a:ext cx="250166" cy="2458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CF66E49-64E2-130D-0754-5FD21F478503}"/>
              </a:ext>
            </a:extLst>
          </p:cNvPr>
          <p:cNvSpPr/>
          <p:nvPr/>
        </p:nvSpPr>
        <p:spPr>
          <a:xfrm>
            <a:off x="4368914" y="5588892"/>
            <a:ext cx="250166" cy="2458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CaixaDeTexto 53">
            <a:extLst>
              <a:ext uri="{FF2B5EF4-FFF2-40B4-BE49-F238E27FC236}">
                <a16:creationId xmlns:a16="http://schemas.microsoft.com/office/drawing/2014/main" id="{D243C3F8-7FC0-87E8-7DA0-AE0BD8AF1ADD}"/>
              </a:ext>
            </a:extLst>
          </p:cNvPr>
          <p:cNvSpPr txBox="1"/>
          <p:nvPr/>
        </p:nvSpPr>
        <p:spPr>
          <a:xfrm>
            <a:off x="3438657" y="3985721"/>
            <a:ext cx="1260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>
                <a:solidFill>
                  <a:schemeClr val="tx1"/>
                </a:solidFill>
              </a:rPr>
              <a:t>kernel</a:t>
            </a:r>
            <a:r>
              <a:rPr lang="pt-BR" dirty="0">
                <a:solidFill>
                  <a:schemeClr val="tx1"/>
                </a:solidFill>
              </a:rPr>
              <a:t> 2x1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CF62247-590B-D635-E31E-33BA28A68C27}"/>
              </a:ext>
            </a:extLst>
          </p:cNvPr>
          <p:cNvSpPr/>
          <p:nvPr/>
        </p:nvSpPr>
        <p:spPr>
          <a:xfrm>
            <a:off x="5067040" y="3285547"/>
            <a:ext cx="250166" cy="24585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8959CD7-330A-B394-9881-A6F6C297A6A8}"/>
              </a:ext>
            </a:extLst>
          </p:cNvPr>
          <p:cNvSpPr/>
          <p:nvPr/>
        </p:nvSpPr>
        <p:spPr>
          <a:xfrm>
            <a:off x="5338070" y="3285547"/>
            <a:ext cx="250166" cy="245853"/>
          </a:xfrm>
          <a:prstGeom prst="rect">
            <a:avLst/>
          </a:prstGeom>
          <a:solidFill>
            <a:srgbClr val="FF9B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B587CFD-D52C-C1D1-0C4E-66095A490EA2}"/>
              </a:ext>
            </a:extLst>
          </p:cNvPr>
          <p:cNvSpPr/>
          <p:nvPr/>
        </p:nvSpPr>
        <p:spPr>
          <a:xfrm>
            <a:off x="5609100" y="3285547"/>
            <a:ext cx="250166" cy="2458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A2DC568-A5D9-A76B-A25A-D44BD3921513}"/>
              </a:ext>
            </a:extLst>
          </p:cNvPr>
          <p:cNvCxnSpPr>
            <a:stCxn id="11" idx="3"/>
            <a:endCxn id="53" idx="1"/>
          </p:cNvCxnSpPr>
          <p:nvPr/>
        </p:nvCxnSpPr>
        <p:spPr>
          <a:xfrm>
            <a:off x="2866350" y="3232513"/>
            <a:ext cx="4184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D01B49F-3E0E-815B-E964-C5CA521F3997}"/>
              </a:ext>
            </a:extLst>
          </p:cNvPr>
          <p:cNvCxnSpPr/>
          <p:nvPr/>
        </p:nvCxnSpPr>
        <p:spPr>
          <a:xfrm>
            <a:off x="2866350" y="3616389"/>
            <a:ext cx="4184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2B1ADB9-3F25-96CB-EAA3-FF76E2673FC7}"/>
              </a:ext>
            </a:extLst>
          </p:cNvPr>
          <p:cNvCxnSpPr>
            <a:cxnSpLocks/>
            <a:endCxn id="82" idx="1"/>
          </p:cNvCxnSpPr>
          <p:nvPr/>
        </p:nvCxnSpPr>
        <p:spPr>
          <a:xfrm flipV="1">
            <a:off x="4619080" y="3408474"/>
            <a:ext cx="447960" cy="20791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D731AA3-12F0-0302-0891-24B8DA1E9239}"/>
              </a:ext>
            </a:extLst>
          </p:cNvPr>
          <p:cNvCxnSpPr>
            <a:cxnSpLocks/>
            <a:stCxn id="57" idx="3"/>
            <a:endCxn id="82" idx="1"/>
          </p:cNvCxnSpPr>
          <p:nvPr/>
        </p:nvCxnSpPr>
        <p:spPr>
          <a:xfrm>
            <a:off x="4619080" y="3232513"/>
            <a:ext cx="447960" cy="175961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aixaDeTexto 53">
            <a:extLst>
              <a:ext uri="{FF2B5EF4-FFF2-40B4-BE49-F238E27FC236}">
                <a16:creationId xmlns:a16="http://schemas.microsoft.com/office/drawing/2014/main" id="{2D1A403A-5213-DDD1-1072-728652BE0F18}"/>
              </a:ext>
            </a:extLst>
          </p:cNvPr>
          <p:cNvSpPr txBox="1"/>
          <p:nvPr/>
        </p:nvSpPr>
        <p:spPr>
          <a:xfrm>
            <a:off x="4784187" y="2786309"/>
            <a:ext cx="1604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 err="1"/>
              <a:t>a</a:t>
            </a:r>
            <a:r>
              <a:rPr lang="pt-BR" i="1" dirty="0" err="1">
                <a:solidFill>
                  <a:schemeClr val="tx1"/>
                </a:solidFill>
              </a:rPr>
              <a:t>ctivation</a:t>
            </a:r>
            <a:r>
              <a:rPr lang="pt-BR" i="1" dirty="0">
                <a:solidFill>
                  <a:schemeClr val="tx1"/>
                </a:solidFill>
              </a:rPr>
              <a:t> </a:t>
            </a:r>
            <a:r>
              <a:rPr lang="pt-BR" i="1" dirty="0" err="1">
                <a:solidFill>
                  <a:schemeClr val="tx1"/>
                </a:solidFill>
              </a:rPr>
              <a:t>map</a:t>
            </a:r>
            <a:endParaRPr lang="pt-BR" i="1" dirty="0">
              <a:solidFill>
                <a:schemeClr val="tx1"/>
              </a:solidFill>
            </a:endParaRPr>
          </a:p>
        </p:txBody>
      </p:sp>
      <p:sp>
        <p:nvSpPr>
          <p:cNvPr id="94" name="CaixaDeTexto 53">
            <a:extLst>
              <a:ext uri="{FF2B5EF4-FFF2-40B4-BE49-F238E27FC236}">
                <a16:creationId xmlns:a16="http://schemas.microsoft.com/office/drawing/2014/main" id="{5125D277-4925-F208-646A-17713382B949}"/>
              </a:ext>
            </a:extLst>
          </p:cNvPr>
          <p:cNvSpPr txBox="1"/>
          <p:nvPr/>
        </p:nvSpPr>
        <p:spPr>
          <a:xfrm>
            <a:off x="1313472" y="2653296"/>
            <a:ext cx="1835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/>
              <a:t>word </a:t>
            </a:r>
            <a:r>
              <a:rPr lang="pt-BR" i="1" dirty="0" err="1"/>
              <a:t>embedding</a:t>
            </a:r>
            <a:endParaRPr lang="pt-BR" i="1" dirty="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BDE7AE0-9766-E4E7-04DC-38A6DEC63B0B}"/>
              </a:ext>
            </a:extLst>
          </p:cNvPr>
          <p:cNvSpPr/>
          <p:nvPr/>
        </p:nvSpPr>
        <p:spPr>
          <a:xfrm>
            <a:off x="5071003" y="4583000"/>
            <a:ext cx="250166" cy="24585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819B03C-FEA6-CE5D-B717-6FFC54F148D8}"/>
              </a:ext>
            </a:extLst>
          </p:cNvPr>
          <p:cNvSpPr/>
          <p:nvPr/>
        </p:nvSpPr>
        <p:spPr>
          <a:xfrm>
            <a:off x="5342033" y="4583000"/>
            <a:ext cx="250166" cy="245853"/>
          </a:xfrm>
          <a:prstGeom prst="rect">
            <a:avLst/>
          </a:prstGeom>
          <a:solidFill>
            <a:srgbClr val="FF9B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BA5A59B-753C-1D0D-B07B-086747F0852B}"/>
              </a:ext>
            </a:extLst>
          </p:cNvPr>
          <p:cNvSpPr/>
          <p:nvPr/>
        </p:nvSpPr>
        <p:spPr>
          <a:xfrm>
            <a:off x="5613063" y="4583000"/>
            <a:ext cx="250166" cy="2458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2273067-5D8D-5735-E86A-71AFBB9B4696}"/>
              </a:ext>
            </a:extLst>
          </p:cNvPr>
          <p:cNvSpPr/>
          <p:nvPr/>
        </p:nvSpPr>
        <p:spPr>
          <a:xfrm>
            <a:off x="5073626" y="5007132"/>
            <a:ext cx="250166" cy="2458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45061CB-F13E-196E-B3AA-F30D8B6E0BC8}"/>
              </a:ext>
            </a:extLst>
          </p:cNvPr>
          <p:cNvSpPr/>
          <p:nvPr/>
        </p:nvSpPr>
        <p:spPr>
          <a:xfrm>
            <a:off x="5344656" y="5007132"/>
            <a:ext cx="250166" cy="24585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E4A0D4C-F034-CE7E-F700-3D4CA0D243EC}"/>
              </a:ext>
            </a:extLst>
          </p:cNvPr>
          <p:cNvSpPr/>
          <p:nvPr/>
        </p:nvSpPr>
        <p:spPr>
          <a:xfrm>
            <a:off x="5615686" y="5007132"/>
            <a:ext cx="250166" cy="2458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B3044F9-C062-9608-CF18-3497D7D3CCEB}"/>
              </a:ext>
            </a:extLst>
          </p:cNvPr>
          <p:cNvSpPr/>
          <p:nvPr/>
        </p:nvSpPr>
        <p:spPr>
          <a:xfrm>
            <a:off x="5067040" y="5425688"/>
            <a:ext cx="250166" cy="24585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83B8896-E098-EBAE-B874-42D31C771AD2}"/>
              </a:ext>
            </a:extLst>
          </p:cNvPr>
          <p:cNvSpPr/>
          <p:nvPr/>
        </p:nvSpPr>
        <p:spPr>
          <a:xfrm>
            <a:off x="5338070" y="5425688"/>
            <a:ext cx="250166" cy="2458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A986F4F-856E-FA8F-E6B9-253AC3D4671E}"/>
              </a:ext>
            </a:extLst>
          </p:cNvPr>
          <p:cNvSpPr/>
          <p:nvPr/>
        </p:nvSpPr>
        <p:spPr>
          <a:xfrm>
            <a:off x="5609100" y="5425688"/>
            <a:ext cx="250166" cy="2458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1F58A33-CD89-174E-AEF2-4C5AAFD66F04}"/>
              </a:ext>
            </a:extLst>
          </p:cNvPr>
          <p:cNvSpPr/>
          <p:nvPr/>
        </p:nvSpPr>
        <p:spPr>
          <a:xfrm>
            <a:off x="5067040" y="5842661"/>
            <a:ext cx="250166" cy="245853"/>
          </a:xfrm>
          <a:prstGeom prst="rect">
            <a:avLst/>
          </a:prstGeom>
          <a:solidFill>
            <a:srgbClr val="FF9B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5E4C72C-F260-8EE4-3DF2-D0EDFD915F43}"/>
              </a:ext>
            </a:extLst>
          </p:cNvPr>
          <p:cNvSpPr/>
          <p:nvPr/>
        </p:nvSpPr>
        <p:spPr>
          <a:xfrm>
            <a:off x="5338070" y="5842661"/>
            <a:ext cx="250166" cy="245853"/>
          </a:xfrm>
          <a:prstGeom prst="rect">
            <a:avLst/>
          </a:prstGeom>
          <a:solidFill>
            <a:srgbClr val="FF9B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54EFCD7-4559-A1E0-4328-A106323AD6DA}"/>
              </a:ext>
            </a:extLst>
          </p:cNvPr>
          <p:cNvSpPr/>
          <p:nvPr/>
        </p:nvSpPr>
        <p:spPr>
          <a:xfrm>
            <a:off x="5609100" y="5842661"/>
            <a:ext cx="250166" cy="2458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11AF5DD-24FD-5901-B228-5393D6DDB98F}"/>
              </a:ext>
            </a:extLst>
          </p:cNvPr>
          <p:cNvSpPr/>
          <p:nvPr/>
        </p:nvSpPr>
        <p:spPr>
          <a:xfrm>
            <a:off x="5074086" y="6213577"/>
            <a:ext cx="250166" cy="245853"/>
          </a:xfrm>
          <a:prstGeom prst="rect">
            <a:avLst/>
          </a:prstGeom>
          <a:solidFill>
            <a:srgbClr val="FF9B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C965CD9-EA5B-BF30-2785-7152C7701675}"/>
              </a:ext>
            </a:extLst>
          </p:cNvPr>
          <p:cNvSpPr/>
          <p:nvPr/>
        </p:nvSpPr>
        <p:spPr>
          <a:xfrm>
            <a:off x="5345116" y="6213577"/>
            <a:ext cx="250166" cy="24585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65641B9-8E1C-8BDA-8DE7-611329E5C20D}"/>
              </a:ext>
            </a:extLst>
          </p:cNvPr>
          <p:cNvSpPr/>
          <p:nvPr/>
        </p:nvSpPr>
        <p:spPr>
          <a:xfrm>
            <a:off x="5616146" y="6213577"/>
            <a:ext cx="250166" cy="2458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" name="CaixaDeTexto 53">
            <a:extLst>
              <a:ext uri="{FF2B5EF4-FFF2-40B4-BE49-F238E27FC236}">
                <a16:creationId xmlns:a16="http://schemas.microsoft.com/office/drawing/2014/main" id="{EBCCFD25-F452-8649-C973-28079AB373A6}"/>
              </a:ext>
            </a:extLst>
          </p:cNvPr>
          <p:cNvSpPr txBox="1"/>
          <p:nvPr/>
        </p:nvSpPr>
        <p:spPr>
          <a:xfrm>
            <a:off x="1325899" y="4003861"/>
            <a:ext cx="1835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/>
              <a:t>word </a:t>
            </a:r>
            <a:r>
              <a:rPr lang="pt-BR" i="1" dirty="0" err="1"/>
              <a:t>embedding</a:t>
            </a:r>
            <a:endParaRPr lang="pt-BR" i="1" dirty="0">
              <a:solidFill>
                <a:schemeClr val="tx1"/>
              </a:solidFill>
            </a:endParaRPr>
          </a:p>
        </p:txBody>
      </p:sp>
      <p:sp>
        <p:nvSpPr>
          <p:cNvPr id="103" name="CaixaDeTexto 53">
            <a:extLst>
              <a:ext uri="{FF2B5EF4-FFF2-40B4-BE49-F238E27FC236}">
                <a16:creationId xmlns:a16="http://schemas.microsoft.com/office/drawing/2014/main" id="{30C589DA-3BF0-6349-819A-31C90052B38F}"/>
              </a:ext>
            </a:extLst>
          </p:cNvPr>
          <p:cNvSpPr txBox="1"/>
          <p:nvPr/>
        </p:nvSpPr>
        <p:spPr>
          <a:xfrm>
            <a:off x="4792496" y="3985721"/>
            <a:ext cx="1604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 err="1"/>
              <a:t>a</a:t>
            </a:r>
            <a:r>
              <a:rPr lang="pt-BR" i="1" dirty="0" err="1">
                <a:solidFill>
                  <a:schemeClr val="tx1"/>
                </a:solidFill>
              </a:rPr>
              <a:t>ctivation</a:t>
            </a:r>
            <a:r>
              <a:rPr lang="pt-BR" i="1" dirty="0">
                <a:solidFill>
                  <a:schemeClr val="tx1"/>
                </a:solidFill>
              </a:rPr>
              <a:t> </a:t>
            </a:r>
            <a:r>
              <a:rPr lang="pt-BR" i="1" dirty="0" err="1">
                <a:solidFill>
                  <a:schemeClr val="tx1"/>
                </a:solidFill>
              </a:rPr>
              <a:t>map</a:t>
            </a:r>
            <a:endParaRPr lang="pt-BR" i="1" dirty="0">
              <a:solidFill>
                <a:schemeClr val="tx1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AF9ECA2-4D63-6A29-EE48-6EEFEFED7776}"/>
              </a:ext>
            </a:extLst>
          </p:cNvPr>
          <p:cNvCxnSpPr/>
          <p:nvPr/>
        </p:nvCxnSpPr>
        <p:spPr>
          <a:xfrm>
            <a:off x="2866350" y="5349939"/>
            <a:ext cx="4184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CE6BD71-0F09-84DC-EF02-5C17EE743039}"/>
              </a:ext>
            </a:extLst>
          </p:cNvPr>
          <p:cNvCxnSpPr/>
          <p:nvPr/>
        </p:nvCxnSpPr>
        <p:spPr>
          <a:xfrm>
            <a:off x="2866350" y="5697005"/>
            <a:ext cx="4184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44C32E5-D0CE-A301-1A9A-6E517463C904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4619080" y="5349939"/>
            <a:ext cx="447960" cy="19867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67A803E7-F9D3-D681-CB42-F37A9E4BE2CD}"/>
              </a:ext>
            </a:extLst>
          </p:cNvPr>
          <p:cNvCxnSpPr>
            <a:cxnSpLocks/>
            <a:stCxn id="80" idx="3"/>
            <a:endCxn id="89" idx="1"/>
          </p:cNvCxnSpPr>
          <p:nvPr/>
        </p:nvCxnSpPr>
        <p:spPr>
          <a:xfrm flipV="1">
            <a:off x="4619080" y="5548615"/>
            <a:ext cx="447960" cy="163204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D9FD9A28-3D1A-7F26-E016-E474F5E37B90}"/>
              </a:ext>
            </a:extLst>
          </p:cNvPr>
          <p:cNvSpPr txBox="1"/>
          <p:nvPr/>
        </p:nvSpPr>
        <p:spPr>
          <a:xfrm>
            <a:off x="6948663" y="2780321"/>
            <a:ext cx="42432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Problema: Contextos “distantes” são difíceis de ser modelados. </a:t>
            </a:r>
          </a:p>
          <a:p>
            <a:r>
              <a:rPr lang="pt-BR" sz="2000" dirty="0"/>
              <a:t>Precisamos adicionar diversas camadas </a:t>
            </a:r>
            <a:r>
              <a:rPr lang="pt-BR" sz="2000" dirty="0" err="1"/>
              <a:t>convolucionais</a:t>
            </a:r>
            <a:r>
              <a:rPr lang="pt-BR" sz="2000" dirty="0"/>
              <a:t> para aumentar o campo receptivo da rede</a:t>
            </a:r>
          </a:p>
        </p:txBody>
      </p:sp>
    </p:spTree>
    <p:extLst>
      <p:ext uri="{BB962C8B-B14F-4D97-AF65-F5344CB8AC3E}">
        <p14:creationId xmlns:p14="http://schemas.microsoft.com/office/powerpoint/2010/main" val="53020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651AD-BC54-9B8F-4983-607CA2D4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Não são boas soluções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CF9E3-9956-C086-EE31-ABD63206B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MLPs</a:t>
            </a:r>
            <a:r>
              <a:rPr lang="pt-BR" dirty="0"/>
              <a:t> exigem entradas de tamanho fixo, frases tem tamanho variável</a:t>
            </a:r>
          </a:p>
          <a:p>
            <a:r>
              <a:rPr lang="pt-BR" dirty="0" err="1"/>
              <a:t>CNNs</a:t>
            </a:r>
            <a:r>
              <a:rPr lang="pt-BR" dirty="0"/>
              <a:t> podem trabalhar com entradas de tamanho variável, mas se não tomarmos cuidado com o tamanho receptivo corremos o risco de não levar em conta informação da frase toda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93181-A520-3F1C-6FD8-3531EB1C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856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651AD-BC54-9B8F-4983-607CA2D4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Não são boas soluções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CF9E3-9956-C086-EE31-ABD63206B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Precisamos de uma rede que:</a:t>
            </a:r>
          </a:p>
          <a:p>
            <a:pPr lvl="1"/>
            <a:r>
              <a:rPr lang="pt-BR" dirty="0"/>
              <a:t>Trabalhe sequencialmente com as palavras, uma por vez</a:t>
            </a:r>
          </a:p>
          <a:p>
            <a:pPr lvl="1"/>
            <a:r>
              <a:rPr lang="pt-BR" dirty="0"/>
              <a:t>Mantenha um estado (memória) que carregue informações obtidas anteriormente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93181-A520-3F1C-6FD8-3531EB1C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81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4033-CAE4-3129-E938-734D01A0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Revisitando</a:t>
            </a:r>
            <a:r>
              <a:rPr lang="en-US" dirty="0"/>
              <a:t> o </a:t>
            </a:r>
            <a:r>
              <a:rPr lang="en-US" dirty="0" err="1"/>
              <a:t>Percepron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80C3-71B5-2011-5D59-95470B02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51596" cy="4351338"/>
          </a:xfrm>
        </p:spPr>
        <p:txBody>
          <a:bodyPr/>
          <a:lstStyle/>
          <a:p>
            <a:r>
              <a:rPr lang="en-US" dirty="0" err="1"/>
              <a:t>Temos</a:t>
            </a:r>
            <a:endParaRPr lang="en-US" dirty="0"/>
          </a:p>
          <a:p>
            <a:pPr lvl="1"/>
            <a:r>
              <a:rPr lang="en-US" dirty="0">
                <a:solidFill>
                  <a:srgbClr val="00B0F0"/>
                </a:solidFill>
              </a:rPr>
              <a:t>entradas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pesos</a:t>
            </a:r>
          </a:p>
          <a:p>
            <a:pPr lvl="1"/>
            <a:r>
              <a:rPr lang="en-US" dirty="0" err="1">
                <a:solidFill>
                  <a:srgbClr val="FF00FF"/>
                </a:solidFill>
              </a:rPr>
              <a:t>função</a:t>
            </a:r>
            <a:r>
              <a:rPr lang="en-US" dirty="0">
                <a:solidFill>
                  <a:srgbClr val="FF00FF"/>
                </a:solidFill>
              </a:rPr>
              <a:t> de </a:t>
            </a:r>
            <a:r>
              <a:rPr lang="en-US" dirty="0" err="1">
                <a:solidFill>
                  <a:srgbClr val="FF00FF"/>
                </a:solidFill>
              </a:rPr>
              <a:t>ativação</a:t>
            </a:r>
            <a:endParaRPr lang="en-US" dirty="0">
              <a:solidFill>
                <a:srgbClr val="FF00FF"/>
              </a:solidFill>
            </a:endParaRPr>
          </a:p>
          <a:p>
            <a:pPr lvl="1"/>
            <a:r>
              <a:rPr lang="en-US" dirty="0" err="1">
                <a:solidFill>
                  <a:srgbClr val="FF00FF"/>
                </a:solidFill>
              </a:rPr>
              <a:t>saídas</a:t>
            </a:r>
            <a:endParaRPr lang="pt-BR" dirty="0">
              <a:solidFill>
                <a:srgbClr val="FF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9796-5AF3-7523-CC7B-717316D1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18</a:t>
            </a:fld>
            <a:endParaRPr lang="pt-BR"/>
          </a:p>
        </p:txBody>
      </p:sp>
      <p:sp>
        <p:nvSpPr>
          <p:cNvPr id="5" name="Elipse 23">
            <a:extLst>
              <a:ext uri="{FF2B5EF4-FFF2-40B4-BE49-F238E27FC236}">
                <a16:creationId xmlns:a16="http://schemas.microsoft.com/office/drawing/2014/main" id="{DF6EBB64-98DC-D15A-CCD9-DCD4EA4895AF}"/>
              </a:ext>
            </a:extLst>
          </p:cNvPr>
          <p:cNvSpPr/>
          <p:nvPr/>
        </p:nvSpPr>
        <p:spPr>
          <a:xfrm>
            <a:off x="8113080" y="3423801"/>
            <a:ext cx="204281" cy="204281"/>
          </a:xfrm>
          <a:prstGeom prst="ellipse">
            <a:avLst/>
          </a:prstGeom>
          <a:solidFill>
            <a:srgbClr val="AFEBF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53">
                <a:extLst>
                  <a:ext uri="{FF2B5EF4-FFF2-40B4-BE49-F238E27FC236}">
                    <a16:creationId xmlns:a16="http://schemas.microsoft.com/office/drawing/2014/main" id="{C0ABDA83-4CD7-6633-3261-282D6547978A}"/>
                  </a:ext>
                </a:extLst>
              </p:cNvPr>
              <p:cNvSpPr txBox="1"/>
              <p:nvPr/>
            </p:nvSpPr>
            <p:spPr>
              <a:xfrm>
                <a:off x="7713928" y="3304006"/>
                <a:ext cx="4110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t-BR" sz="1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CaixaDeTexto 53">
                <a:extLst>
                  <a:ext uri="{FF2B5EF4-FFF2-40B4-BE49-F238E27FC236}">
                    <a16:creationId xmlns:a16="http://schemas.microsoft.com/office/drawing/2014/main" id="{C0ABDA83-4CD7-6633-3261-282D65479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928" y="3304006"/>
                <a:ext cx="41105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B339CBB-8E0F-8566-0D4E-62B1C0D9CF69}"/>
                  </a:ext>
                </a:extLst>
              </p:cNvPr>
              <p:cNvSpPr txBox="1"/>
              <p:nvPr/>
            </p:nvSpPr>
            <p:spPr>
              <a:xfrm>
                <a:off x="8752220" y="3287098"/>
                <a:ext cx="555471" cy="532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/>
                        <m:sup/>
                      </m:sSubSup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B339CBB-8E0F-8566-0D4E-62B1C0D9C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2220" y="3287098"/>
                <a:ext cx="555471" cy="5320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92B53A-CD50-7B83-FC20-2748FDC7DD46}"/>
                  </a:ext>
                </a:extLst>
              </p:cNvPr>
              <p:cNvSpPr txBox="1"/>
              <p:nvPr/>
            </p:nvSpPr>
            <p:spPr>
              <a:xfrm>
                <a:off x="10418175" y="3467445"/>
                <a:ext cx="54213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pt-BR" sz="2400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92B53A-CD50-7B83-FC20-2748FDC7D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8175" y="3467445"/>
                <a:ext cx="542135" cy="461665"/>
              </a:xfrm>
              <a:prstGeom prst="rect">
                <a:avLst/>
              </a:prstGeom>
              <a:blipFill>
                <a:blip r:embed="rId4"/>
                <a:stretch>
                  <a:fillRect t="-3947" r="-29213" b="-9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16">
                <a:extLst>
                  <a:ext uri="{FF2B5EF4-FFF2-40B4-BE49-F238E27FC236}">
                    <a16:creationId xmlns:a16="http://schemas.microsoft.com/office/drawing/2014/main" id="{FC5C509E-26E4-26EF-9C2B-4F605CC045D8}"/>
                  </a:ext>
                </a:extLst>
              </p:cNvPr>
              <p:cNvSpPr txBox="1"/>
              <p:nvPr/>
            </p:nvSpPr>
            <p:spPr>
              <a:xfrm>
                <a:off x="9794194" y="3163372"/>
                <a:ext cx="477302" cy="36933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9" name="CaixaDeTexto 16">
                <a:extLst>
                  <a:ext uri="{FF2B5EF4-FFF2-40B4-BE49-F238E27FC236}">
                    <a16:creationId xmlns:a16="http://schemas.microsoft.com/office/drawing/2014/main" id="{FC5C509E-26E4-26EF-9C2B-4F605CC04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4194" y="3163372"/>
                <a:ext cx="47730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de Seta Reta 35">
            <a:extLst>
              <a:ext uri="{FF2B5EF4-FFF2-40B4-BE49-F238E27FC236}">
                <a16:creationId xmlns:a16="http://schemas.microsoft.com/office/drawing/2014/main" id="{481BB64C-6DF2-4610-838B-EAFB59F9B6AD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8317361" y="3525942"/>
            <a:ext cx="1330154" cy="488067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 de Seta Reta 40">
            <a:extLst>
              <a:ext uri="{FF2B5EF4-FFF2-40B4-BE49-F238E27FC236}">
                <a16:creationId xmlns:a16="http://schemas.microsoft.com/office/drawing/2014/main" id="{679EEB25-032C-6BBB-3D13-FAC347A10EB8}"/>
              </a:ext>
            </a:extLst>
          </p:cNvPr>
          <p:cNvCxnSpPr>
            <a:cxnSpLocks/>
          </p:cNvCxnSpPr>
          <p:nvPr/>
        </p:nvCxnSpPr>
        <p:spPr>
          <a:xfrm>
            <a:off x="10418175" y="3993283"/>
            <a:ext cx="220996" cy="8011"/>
          </a:xfrm>
          <a:prstGeom prst="straightConnector1">
            <a:avLst/>
          </a:prstGeom>
          <a:ln w="28575">
            <a:solidFill>
              <a:srgbClr val="FF00FF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Elipse 23">
            <a:extLst>
              <a:ext uri="{FF2B5EF4-FFF2-40B4-BE49-F238E27FC236}">
                <a16:creationId xmlns:a16="http://schemas.microsoft.com/office/drawing/2014/main" id="{74601858-73FA-1F63-0553-2FB75EB4B6BC}"/>
              </a:ext>
            </a:extLst>
          </p:cNvPr>
          <p:cNvSpPr/>
          <p:nvPr/>
        </p:nvSpPr>
        <p:spPr>
          <a:xfrm>
            <a:off x="8104288" y="4163226"/>
            <a:ext cx="204281" cy="204281"/>
          </a:xfrm>
          <a:prstGeom prst="ellipse">
            <a:avLst/>
          </a:prstGeom>
          <a:solidFill>
            <a:srgbClr val="AFEBF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53">
                <a:extLst>
                  <a:ext uri="{FF2B5EF4-FFF2-40B4-BE49-F238E27FC236}">
                    <a16:creationId xmlns:a16="http://schemas.microsoft.com/office/drawing/2014/main" id="{DCB823BF-8C3F-F9F9-F7EE-0E1E5DD8759F}"/>
                  </a:ext>
                </a:extLst>
              </p:cNvPr>
              <p:cNvSpPr txBox="1"/>
              <p:nvPr/>
            </p:nvSpPr>
            <p:spPr>
              <a:xfrm>
                <a:off x="7712659" y="4044622"/>
                <a:ext cx="4110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pt-BR" sz="1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CaixaDeTexto 53">
                <a:extLst>
                  <a:ext uri="{FF2B5EF4-FFF2-40B4-BE49-F238E27FC236}">
                    <a16:creationId xmlns:a16="http://schemas.microsoft.com/office/drawing/2014/main" id="{DCB823BF-8C3F-F9F9-F7EE-0E1E5DD87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659" y="4044622"/>
                <a:ext cx="41105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Conector de Seta Reta 35">
            <a:extLst>
              <a:ext uri="{FF2B5EF4-FFF2-40B4-BE49-F238E27FC236}">
                <a16:creationId xmlns:a16="http://schemas.microsoft.com/office/drawing/2014/main" id="{0CE95271-3FC6-160A-1D81-EE6A4D174315}"/>
              </a:ext>
            </a:extLst>
          </p:cNvPr>
          <p:cNvCxnSpPr>
            <a:cxnSpLocks/>
            <a:stCxn id="42" idx="6"/>
          </p:cNvCxnSpPr>
          <p:nvPr/>
        </p:nvCxnSpPr>
        <p:spPr>
          <a:xfrm flipV="1">
            <a:off x="8308569" y="4014009"/>
            <a:ext cx="1338946" cy="251358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2523C2C-F86F-0D80-CA16-FA7356DA78EE}"/>
              </a:ext>
            </a:extLst>
          </p:cNvPr>
          <p:cNvGrpSpPr/>
          <p:nvPr/>
        </p:nvGrpSpPr>
        <p:grpSpPr>
          <a:xfrm>
            <a:off x="9598638" y="3632463"/>
            <a:ext cx="805374" cy="737662"/>
            <a:chOff x="9582946" y="2474001"/>
            <a:chExt cx="805374" cy="737662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E52F4BD-F4A5-3314-8688-1BCA75957BC1}"/>
                </a:ext>
              </a:extLst>
            </p:cNvPr>
            <p:cNvGrpSpPr/>
            <p:nvPr/>
          </p:nvGrpSpPr>
          <p:grpSpPr>
            <a:xfrm>
              <a:off x="9647515" y="2474001"/>
              <a:ext cx="740805" cy="737662"/>
              <a:chOff x="9663390" y="2474001"/>
              <a:chExt cx="740805" cy="737662"/>
            </a:xfrm>
          </p:grpSpPr>
          <p:sp>
            <p:nvSpPr>
              <p:cNvPr id="82" name="Partial Circle 81">
                <a:extLst>
                  <a:ext uri="{FF2B5EF4-FFF2-40B4-BE49-F238E27FC236}">
                    <a16:creationId xmlns:a16="http://schemas.microsoft.com/office/drawing/2014/main" id="{8677DC6B-E740-D808-F452-007542D6FEA4}"/>
                  </a:ext>
                </a:extLst>
              </p:cNvPr>
              <p:cNvSpPr/>
              <p:nvPr/>
            </p:nvSpPr>
            <p:spPr>
              <a:xfrm>
                <a:off x="9663390" y="2474001"/>
                <a:ext cx="740723" cy="737662"/>
              </a:xfrm>
              <a:prstGeom prst="pie">
                <a:avLst>
                  <a:gd name="adj1" fmla="val 5365874"/>
                  <a:gd name="adj2" fmla="val 1620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Partial Circle 82">
                <a:extLst>
                  <a:ext uri="{FF2B5EF4-FFF2-40B4-BE49-F238E27FC236}">
                    <a16:creationId xmlns:a16="http://schemas.microsoft.com/office/drawing/2014/main" id="{E2DCF3C4-40EC-B186-A0AA-49C91E7F76A7}"/>
                  </a:ext>
                </a:extLst>
              </p:cNvPr>
              <p:cNvSpPr/>
              <p:nvPr/>
            </p:nvSpPr>
            <p:spPr>
              <a:xfrm>
                <a:off x="9663472" y="2474001"/>
                <a:ext cx="740723" cy="737662"/>
              </a:xfrm>
              <a:prstGeom prst="pie">
                <a:avLst>
                  <a:gd name="adj1" fmla="val 16204423"/>
                  <a:gd name="adj2" fmla="val 5377410"/>
                </a:avLst>
              </a:prstGeom>
              <a:solidFill>
                <a:srgbClr val="FFB9FF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71004B3-B65A-98D5-4722-837210B19CC1}"/>
                    </a:ext>
                  </a:extLst>
                </p:cNvPr>
                <p:cNvSpPr txBox="1"/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pt-BR" sz="3600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71004B3-B65A-98D5-4722-837210B19C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71B95CEB-D219-198F-4C3A-12809BAAD13D}"/>
                </a:ext>
              </a:extLst>
            </p:cNvPr>
            <p:cNvSpPr/>
            <p:nvPr/>
          </p:nvSpPr>
          <p:spPr>
            <a:xfrm>
              <a:off x="10091575" y="2745001"/>
              <a:ext cx="203229" cy="233954"/>
            </a:xfrm>
            <a:custGeom>
              <a:avLst/>
              <a:gdLst>
                <a:gd name="connsiteX0" fmla="*/ 0 w 500332"/>
                <a:gd name="connsiteY0" fmla="*/ 580347 h 580347"/>
                <a:gd name="connsiteX1" fmla="*/ 77638 w 500332"/>
                <a:gd name="connsiteY1" fmla="*/ 571720 h 580347"/>
                <a:gd name="connsiteX2" fmla="*/ 163902 w 500332"/>
                <a:gd name="connsiteY2" fmla="*/ 528588 h 580347"/>
                <a:gd name="connsiteX3" fmla="*/ 181155 w 500332"/>
                <a:gd name="connsiteY3" fmla="*/ 502709 h 580347"/>
                <a:gd name="connsiteX4" fmla="*/ 207034 w 500332"/>
                <a:gd name="connsiteY4" fmla="*/ 476830 h 580347"/>
                <a:gd name="connsiteX5" fmla="*/ 215660 w 500332"/>
                <a:gd name="connsiteY5" fmla="*/ 450950 h 580347"/>
                <a:gd name="connsiteX6" fmla="*/ 232913 w 500332"/>
                <a:gd name="connsiteY6" fmla="*/ 416445 h 580347"/>
                <a:gd name="connsiteX7" fmla="*/ 250166 w 500332"/>
                <a:gd name="connsiteY7" fmla="*/ 321554 h 580347"/>
                <a:gd name="connsiteX8" fmla="*/ 258792 w 500332"/>
                <a:gd name="connsiteY8" fmla="*/ 295675 h 580347"/>
                <a:gd name="connsiteX9" fmla="*/ 276045 w 500332"/>
                <a:gd name="connsiteY9" fmla="*/ 192158 h 580347"/>
                <a:gd name="connsiteX10" fmla="*/ 293298 w 500332"/>
                <a:gd name="connsiteY10" fmla="*/ 123147 h 580347"/>
                <a:gd name="connsiteX11" fmla="*/ 310551 w 500332"/>
                <a:gd name="connsiteY11" fmla="*/ 54135 h 580347"/>
                <a:gd name="connsiteX12" fmla="*/ 336430 w 500332"/>
                <a:gd name="connsiteY12" fmla="*/ 19630 h 580347"/>
                <a:gd name="connsiteX13" fmla="*/ 500332 w 500332"/>
                <a:gd name="connsiteY13" fmla="*/ 2377 h 58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0332" h="580347">
                  <a:moveTo>
                    <a:pt x="0" y="580347"/>
                  </a:moveTo>
                  <a:cubicBezTo>
                    <a:pt x="25879" y="577471"/>
                    <a:pt x="52177" y="577176"/>
                    <a:pt x="77638" y="571720"/>
                  </a:cubicBezTo>
                  <a:cubicBezTo>
                    <a:pt x="108074" y="565198"/>
                    <a:pt x="138095" y="544072"/>
                    <a:pt x="163902" y="528588"/>
                  </a:cubicBezTo>
                  <a:cubicBezTo>
                    <a:pt x="169653" y="519962"/>
                    <a:pt x="174518" y="510674"/>
                    <a:pt x="181155" y="502709"/>
                  </a:cubicBezTo>
                  <a:cubicBezTo>
                    <a:pt x="188965" y="493337"/>
                    <a:pt x="200267" y="486981"/>
                    <a:pt x="207034" y="476830"/>
                  </a:cubicBezTo>
                  <a:cubicBezTo>
                    <a:pt x="212078" y="469264"/>
                    <a:pt x="212078" y="459308"/>
                    <a:pt x="215660" y="450950"/>
                  </a:cubicBezTo>
                  <a:cubicBezTo>
                    <a:pt x="220725" y="439130"/>
                    <a:pt x="227162" y="427947"/>
                    <a:pt x="232913" y="416445"/>
                  </a:cubicBezTo>
                  <a:cubicBezTo>
                    <a:pt x="236757" y="393382"/>
                    <a:pt x="244140" y="345660"/>
                    <a:pt x="250166" y="321554"/>
                  </a:cubicBezTo>
                  <a:cubicBezTo>
                    <a:pt x="252371" y="312733"/>
                    <a:pt x="255917" y="304301"/>
                    <a:pt x="258792" y="295675"/>
                  </a:cubicBezTo>
                  <a:cubicBezTo>
                    <a:pt x="265118" y="251399"/>
                    <a:pt x="266587" y="233145"/>
                    <a:pt x="276045" y="192158"/>
                  </a:cubicBezTo>
                  <a:cubicBezTo>
                    <a:pt x="281377" y="169054"/>
                    <a:pt x="288648" y="146398"/>
                    <a:pt x="293298" y="123147"/>
                  </a:cubicBezTo>
                  <a:cubicBezTo>
                    <a:pt x="295483" y="112221"/>
                    <a:pt x="302388" y="68420"/>
                    <a:pt x="310551" y="54135"/>
                  </a:cubicBezTo>
                  <a:cubicBezTo>
                    <a:pt x="317684" y="41652"/>
                    <a:pt x="324467" y="27605"/>
                    <a:pt x="336430" y="19630"/>
                  </a:cubicBezTo>
                  <a:cubicBezTo>
                    <a:pt x="380041" y="-9444"/>
                    <a:pt x="459642" y="2377"/>
                    <a:pt x="500332" y="2377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96628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4033-CAE4-3129-E938-734D01A0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Revisitando</a:t>
            </a:r>
            <a:r>
              <a:rPr lang="en-US" dirty="0"/>
              <a:t> o MLP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80C3-71B5-2011-5D59-95470B02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51596" cy="4351338"/>
          </a:xfrm>
        </p:spPr>
        <p:txBody>
          <a:bodyPr/>
          <a:lstStyle/>
          <a:p>
            <a:r>
              <a:rPr lang="en-US" dirty="0"/>
              <a:t>Imagine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camada</a:t>
            </a:r>
            <a:r>
              <a:rPr lang="en-US" dirty="0"/>
              <a:t> </a:t>
            </a:r>
            <a:r>
              <a:rPr lang="en-US" dirty="0" err="1"/>
              <a:t>densa</a:t>
            </a:r>
            <a:endParaRPr lang="en-US" dirty="0"/>
          </a:p>
          <a:p>
            <a:pPr lvl="1"/>
            <a:r>
              <a:rPr lang="en-US" dirty="0">
                <a:solidFill>
                  <a:srgbClr val="00B0F0"/>
                </a:solidFill>
              </a:rPr>
              <a:t>entradas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pesos</a:t>
            </a:r>
          </a:p>
          <a:p>
            <a:pPr lvl="1"/>
            <a:r>
              <a:rPr lang="en-US" dirty="0" err="1">
                <a:solidFill>
                  <a:srgbClr val="FF00FF"/>
                </a:solidFill>
              </a:rPr>
              <a:t>função</a:t>
            </a:r>
            <a:r>
              <a:rPr lang="en-US" dirty="0">
                <a:solidFill>
                  <a:srgbClr val="FF00FF"/>
                </a:solidFill>
              </a:rPr>
              <a:t> de </a:t>
            </a:r>
            <a:r>
              <a:rPr lang="en-US" dirty="0" err="1">
                <a:solidFill>
                  <a:srgbClr val="FF00FF"/>
                </a:solidFill>
              </a:rPr>
              <a:t>ativação</a:t>
            </a:r>
            <a:endParaRPr lang="en-US" dirty="0">
              <a:solidFill>
                <a:srgbClr val="FF00FF"/>
              </a:solidFill>
            </a:endParaRPr>
          </a:p>
          <a:p>
            <a:pPr lvl="1"/>
            <a:r>
              <a:rPr lang="en-US" dirty="0" err="1">
                <a:solidFill>
                  <a:srgbClr val="FF00FF"/>
                </a:solidFill>
              </a:rPr>
              <a:t>saídas</a:t>
            </a:r>
            <a:endParaRPr lang="pt-BR" dirty="0">
              <a:solidFill>
                <a:srgbClr val="FF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9796-5AF3-7523-CC7B-717316D1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19</a:t>
            </a:fld>
            <a:endParaRPr lang="pt-BR"/>
          </a:p>
        </p:txBody>
      </p:sp>
      <p:sp>
        <p:nvSpPr>
          <p:cNvPr id="5" name="Elipse 23">
            <a:extLst>
              <a:ext uri="{FF2B5EF4-FFF2-40B4-BE49-F238E27FC236}">
                <a16:creationId xmlns:a16="http://schemas.microsoft.com/office/drawing/2014/main" id="{DF6EBB64-98DC-D15A-CCD9-DCD4EA4895AF}"/>
              </a:ext>
            </a:extLst>
          </p:cNvPr>
          <p:cNvSpPr/>
          <p:nvPr/>
        </p:nvSpPr>
        <p:spPr>
          <a:xfrm>
            <a:off x="8113080" y="3423801"/>
            <a:ext cx="204281" cy="204281"/>
          </a:xfrm>
          <a:prstGeom prst="ellipse">
            <a:avLst/>
          </a:prstGeom>
          <a:solidFill>
            <a:srgbClr val="AFEBF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35">
            <a:extLst>
              <a:ext uri="{FF2B5EF4-FFF2-40B4-BE49-F238E27FC236}">
                <a16:creationId xmlns:a16="http://schemas.microsoft.com/office/drawing/2014/main" id="{627D85B0-5142-8D86-EBB7-57FDBA992011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8317361" y="3525942"/>
            <a:ext cx="1373249" cy="1618089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ector de Seta Reta 40">
            <a:extLst>
              <a:ext uri="{FF2B5EF4-FFF2-40B4-BE49-F238E27FC236}">
                <a16:creationId xmlns:a16="http://schemas.microsoft.com/office/drawing/2014/main" id="{1CA6352D-B1A5-4F07-EE76-D5BE349BCB61}"/>
              </a:ext>
            </a:extLst>
          </p:cNvPr>
          <p:cNvCxnSpPr>
            <a:cxnSpLocks/>
          </p:cNvCxnSpPr>
          <p:nvPr/>
        </p:nvCxnSpPr>
        <p:spPr>
          <a:xfrm>
            <a:off x="10431333" y="5144031"/>
            <a:ext cx="207838" cy="7713"/>
          </a:xfrm>
          <a:prstGeom prst="straightConnector1">
            <a:avLst/>
          </a:prstGeom>
          <a:ln w="28575">
            <a:solidFill>
              <a:srgbClr val="FF00FF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53">
                <a:extLst>
                  <a:ext uri="{FF2B5EF4-FFF2-40B4-BE49-F238E27FC236}">
                    <a16:creationId xmlns:a16="http://schemas.microsoft.com/office/drawing/2014/main" id="{C0ABDA83-4CD7-6633-3261-282D6547978A}"/>
                  </a:ext>
                </a:extLst>
              </p:cNvPr>
              <p:cNvSpPr txBox="1"/>
              <p:nvPr/>
            </p:nvSpPr>
            <p:spPr>
              <a:xfrm>
                <a:off x="7713928" y="3304006"/>
                <a:ext cx="4110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t-BR" sz="1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CaixaDeTexto 53">
                <a:extLst>
                  <a:ext uri="{FF2B5EF4-FFF2-40B4-BE49-F238E27FC236}">
                    <a16:creationId xmlns:a16="http://schemas.microsoft.com/office/drawing/2014/main" id="{C0ABDA83-4CD7-6633-3261-282D65479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928" y="3304006"/>
                <a:ext cx="41105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B339CBB-8E0F-8566-0D4E-62B1C0D9CF69}"/>
                  </a:ext>
                </a:extLst>
              </p:cNvPr>
              <p:cNvSpPr txBox="1"/>
              <p:nvPr/>
            </p:nvSpPr>
            <p:spPr>
              <a:xfrm>
                <a:off x="8906446" y="2433695"/>
                <a:ext cx="555471" cy="532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/>
                        <m:sup/>
                      </m:sSubSup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B339CBB-8E0F-8566-0D4E-62B1C0D9C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6446" y="2433695"/>
                <a:ext cx="555471" cy="5320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92B53A-CD50-7B83-FC20-2748FDC7DD46}"/>
                  </a:ext>
                </a:extLst>
              </p:cNvPr>
              <p:cNvSpPr txBox="1"/>
              <p:nvPr/>
            </p:nvSpPr>
            <p:spPr>
              <a:xfrm>
                <a:off x="10573918" y="2474881"/>
                <a:ext cx="54213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pt-BR" sz="2400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92B53A-CD50-7B83-FC20-2748FDC7D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3918" y="2474881"/>
                <a:ext cx="542135" cy="461665"/>
              </a:xfrm>
              <a:prstGeom prst="rect">
                <a:avLst/>
              </a:prstGeom>
              <a:blipFill>
                <a:blip r:embed="rId4"/>
                <a:stretch>
                  <a:fillRect t="-3947" r="-29545" b="-9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16">
                <a:extLst>
                  <a:ext uri="{FF2B5EF4-FFF2-40B4-BE49-F238E27FC236}">
                    <a16:creationId xmlns:a16="http://schemas.microsoft.com/office/drawing/2014/main" id="{FC5C509E-26E4-26EF-9C2B-4F605CC045D8}"/>
                  </a:ext>
                </a:extLst>
              </p:cNvPr>
              <p:cNvSpPr txBox="1"/>
              <p:nvPr/>
            </p:nvSpPr>
            <p:spPr>
              <a:xfrm>
                <a:off x="9768148" y="2016165"/>
                <a:ext cx="428104" cy="36933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9" name="CaixaDeTexto 16">
                <a:extLst>
                  <a:ext uri="{FF2B5EF4-FFF2-40B4-BE49-F238E27FC236}">
                    <a16:creationId xmlns:a16="http://schemas.microsoft.com/office/drawing/2014/main" id="{FC5C509E-26E4-26EF-9C2B-4F605CC04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148" y="2016165"/>
                <a:ext cx="42810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FD54214E-DFED-9F84-5557-E42A5740688D}"/>
              </a:ext>
            </a:extLst>
          </p:cNvPr>
          <p:cNvGrpSpPr/>
          <p:nvPr/>
        </p:nvGrpSpPr>
        <p:grpSpPr>
          <a:xfrm>
            <a:off x="9582946" y="2474001"/>
            <a:ext cx="805374" cy="737662"/>
            <a:chOff x="9582946" y="2474001"/>
            <a:chExt cx="805374" cy="737662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3A9305B-BAC2-D6FF-D2E0-E208947E926E}"/>
                </a:ext>
              </a:extLst>
            </p:cNvPr>
            <p:cNvGrpSpPr/>
            <p:nvPr/>
          </p:nvGrpSpPr>
          <p:grpSpPr>
            <a:xfrm>
              <a:off x="9647515" y="2474001"/>
              <a:ext cx="740805" cy="737662"/>
              <a:chOff x="9663390" y="2474001"/>
              <a:chExt cx="740805" cy="737662"/>
            </a:xfrm>
          </p:grpSpPr>
          <p:sp>
            <p:nvSpPr>
              <p:cNvPr id="25" name="Partial Circle 24">
                <a:extLst>
                  <a:ext uri="{FF2B5EF4-FFF2-40B4-BE49-F238E27FC236}">
                    <a16:creationId xmlns:a16="http://schemas.microsoft.com/office/drawing/2014/main" id="{BA072E25-C418-E0CB-6B74-C64A52B02B76}"/>
                  </a:ext>
                </a:extLst>
              </p:cNvPr>
              <p:cNvSpPr/>
              <p:nvPr/>
            </p:nvSpPr>
            <p:spPr>
              <a:xfrm>
                <a:off x="9663390" y="2474001"/>
                <a:ext cx="740723" cy="737662"/>
              </a:xfrm>
              <a:prstGeom prst="pie">
                <a:avLst>
                  <a:gd name="adj1" fmla="val 5365874"/>
                  <a:gd name="adj2" fmla="val 1620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Partial Circle 25">
                <a:extLst>
                  <a:ext uri="{FF2B5EF4-FFF2-40B4-BE49-F238E27FC236}">
                    <a16:creationId xmlns:a16="http://schemas.microsoft.com/office/drawing/2014/main" id="{15B87D57-2603-CDFF-88F3-206E7FC6157A}"/>
                  </a:ext>
                </a:extLst>
              </p:cNvPr>
              <p:cNvSpPr/>
              <p:nvPr/>
            </p:nvSpPr>
            <p:spPr>
              <a:xfrm>
                <a:off x="9663472" y="2474001"/>
                <a:ext cx="740723" cy="737662"/>
              </a:xfrm>
              <a:prstGeom prst="pie">
                <a:avLst>
                  <a:gd name="adj1" fmla="val 16204423"/>
                  <a:gd name="adj2" fmla="val 5377410"/>
                </a:avLst>
              </a:prstGeom>
              <a:solidFill>
                <a:srgbClr val="FFB9FF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5ADB0B9-62F3-8553-0801-C2B61EC07A3A}"/>
                    </a:ext>
                  </a:extLst>
                </p:cNvPr>
                <p:cNvSpPr txBox="1"/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pt-BR" sz="36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5ADB0B9-62F3-8553-0801-C2B61EC07A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9D1EC72-A213-0968-2E26-3334926FF2FF}"/>
                </a:ext>
              </a:extLst>
            </p:cNvPr>
            <p:cNvSpPr/>
            <p:nvPr/>
          </p:nvSpPr>
          <p:spPr>
            <a:xfrm>
              <a:off x="10091575" y="2745001"/>
              <a:ext cx="203229" cy="233954"/>
            </a:xfrm>
            <a:custGeom>
              <a:avLst/>
              <a:gdLst>
                <a:gd name="connsiteX0" fmla="*/ 0 w 500332"/>
                <a:gd name="connsiteY0" fmla="*/ 580347 h 580347"/>
                <a:gd name="connsiteX1" fmla="*/ 77638 w 500332"/>
                <a:gd name="connsiteY1" fmla="*/ 571720 h 580347"/>
                <a:gd name="connsiteX2" fmla="*/ 163902 w 500332"/>
                <a:gd name="connsiteY2" fmla="*/ 528588 h 580347"/>
                <a:gd name="connsiteX3" fmla="*/ 181155 w 500332"/>
                <a:gd name="connsiteY3" fmla="*/ 502709 h 580347"/>
                <a:gd name="connsiteX4" fmla="*/ 207034 w 500332"/>
                <a:gd name="connsiteY4" fmla="*/ 476830 h 580347"/>
                <a:gd name="connsiteX5" fmla="*/ 215660 w 500332"/>
                <a:gd name="connsiteY5" fmla="*/ 450950 h 580347"/>
                <a:gd name="connsiteX6" fmla="*/ 232913 w 500332"/>
                <a:gd name="connsiteY6" fmla="*/ 416445 h 580347"/>
                <a:gd name="connsiteX7" fmla="*/ 250166 w 500332"/>
                <a:gd name="connsiteY7" fmla="*/ 321554 h 580347"/>
                <a:gd name="connsiteX8" fmla="*/ 258792 w 500332"/>
                <a:gd name="connsiteY8" fmla="*/ 295675 h 580347"/>
                <a:gd name="connsiteX9" fmla="*/ 276045 w 500332"/>
                <a:gd name="connsiteY9" fmla="*/ 192158 h 580347"/>
                <a:gd name="connsiteX10" fmla="*/ 293298 w 500332"/>
                <a:gd name="connsiteY10" fmla="*/ 123147 h 580347"/>
                <a:gd name="connsiteX11" fmla="*/ 310551 w 500332"/>
                <a:gd name="connsiteY11" fmla="*/ 54135 h 580347"/>
                <a:gd name="connsiteX12" fmla="*/ 336430 w 500332"/>
                <a:gd name="connsiteY12" fmla="*/ 19630 h 580347"/>
                <a:gd name="connsiteX13" fmla="*/ 500332 w 500332"/>
                <a:gd name="connsiteY13" fmla="*/ 2377 h 58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0332" h="580347">
                  <a:moveTo>
                    <a:pt x="0" y="580347"/>
                  </a:moveTo>
                  <a:cubicBezTo>
                    <a:pt x="25879" y="577471"/>
                    <a:pt x="52177" y="577176"/>
                    <a:pt x="77638" y="571720"/>
                  </a:cubicBezTo>
                  <a:cubicBezTo>
                    <a:pt x="108074" y="565198"/>
                    <a:pt x="138095" y="544072"/>
                    <a:pt x="163902" y="528588"/>
                  </a:cubicBezTo>
                  <a:cubicBezTo>
                    <a:pt x="169653" y="519962"/>
                    <a:pt x="174518" y="510674"/>
                    <a:pt x="181155" y="502709"/>
                  </a:cubicBezTo>
                  <a:cubicBezTo>
                    <a:pt x="188965" y="493337"/>
                    <a:pt x="200267" y="486981"/>
                    <a:pt x="207034" y="476830"/>
                  </a:cubicBezTo>
                  <a:cubicBezTo>
                    <a:pt x="212078" y="469264"/>
                    <a:pt x="212078" y="459308"/>
                    <a:pt x="215660" y="450950"/>
                  </a:cubicBezTo>
                  <a:cubicBezTo>
                    <a:pt x="220725" y="439130"/>
                    <a:pt x="227162" y="427947"/>
                    <a:pt x="232913" y="416445"/>
                  </a:cubicBezTo>
                  <a:cubicBezTo>
                    <a:pt x="236757" y="393382"/>
                    <a:pt x="244140" y="345660"/>
                    <a:pt x="250166" y="321554"/>
                  </a:cubicBezTo>
                  <a:cubicBezTo>
                    <a:pt x="252371" y="312733"/>
                    <a:pt x="255917" y="304301"/>
                    <a:pt x="258792" y="295675"/>
                  </a:cubicBezTo>
                  <a:cubicBezTo>
                    <a:pt x="265118" y="251399"/>
                    <a:pt x="266587" y="233145"/>
                    <a:pt x="276045" y="192158"/>
                  </a:cubicBezTo>
                  <a:cubicBezTo>
                    <a:pt x="281377" y="169054"/>
                    <a:pt x="288648" y="146398"/>
                    <a:pt x="293298" y="123147"/>
                  </a:cubicBezTo>
                  <a:cubicBezTo>
                    <a:pt x="295483" y="112221"/>
                    <a:pt x="302388" y="68420"/>
                    <a:pt x="310551" y="54135"/>
                  </a:cubicBezTo>
                  <a:cubicBezTo>
                    <a:pt x="317684" y="41652"/>
                    <a:pt x="324467" y="27605"/>
                    <a:pt x="336430" y="19630"/>
                  </a:cubicBezTo>
                  <a:cubicBezTo>
                    <a:pt x="380041" y="-9444"/>
                    <a:pt x="459642" y="2377"/>
                    <a:pt x="500332" y="2377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34" name="Conector de Seta Reta 35">
            <a:extLst>
              <a:ext uri="{FF2B5EF4-FFF2-40B4-BE49-F238E27FC236}">
                <a16:creationId xmlns:a16="http://schemas.microsoft.com/office/drawing/2014/main" id="{481BB64C-6DF2-4610-838B-EAFB59F9B6AD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8317361" y="3525942"/>
            <a:ext cx="1330154" cy="488067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ector de Seta Reta 35">
            <a:extLst>
              <a:ext uri="{FF2B5EF4-FFF2-40B4-BE49-F238E27FC236}">
                <a16:creationId xmlns:a16="http://schemas.microsoft.com/office/drawing/2014/main" id="{6B462352-4E1B-F29A-87BC-95913D6AC887}"/>
              </a:ext>
            </a:extLst>
          </p:cNvPr>
          <p:cNvCxnSpPr>
            <a:cxnSpLocks/>
            <a:stCxn id="5" idx="6"/>
            <a:endCxn id="32" idx="1"/>
          </p:cNvCxnSpPr>
          <p:nvPr/>
        </p:nvCxnSpPr>
        <p:spPr>
          <a:xfrm flipV="1">
            <a:off x="8317361" y="2867655"/>
            <a:ext cx="1265585" cy="658287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 de Seta Reta 40">
            <a:extLst>
              <a:ext uri="{FF2B5EF4-FFF2-40B4-BE49-F238E27FC236}">
                <a16:creationId xmlns:a16="http://schemas.microsoft.com/office/drawing/2014/main" id="{679EEB25-032C-6BBB-3D13-FAC347A10EB8}"/>
              </a:ext>
            </a:extLst>
          </p:cNvPr>
          <p:cNvCxnSpPr>
            <a:cxnSpLocks/>
          </p:cNvCxnSpPr>
          <p:nvPr/>
        </p:nvCxnSpPr>
        <p:spPr>
          <a:xfrm>
            <a:off x="10418175" y="3993283"/>
            <a:ext cx="220996" cy="8011"/>
          </a:xfrm>
          <a:prstGeom prst="straightConnector1">
            <a:avLst/>
          </a:prstGeom>
          <a:ln w="28575">
            <a:solidFill>
              <a:srgbClr val="FF00FF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ctor de Seta Reta 40">
            <a:extLst>
              <a:ext uri="{FF2B5EF4-FFF2-40B4-BE49-F238E27FC236}">
                <a16:creationId xmlns:a16="http://schemas.microsoft.com/office/drawing/2014/main" id="{ACAA5BD7-7681-E090-9F7D-092DBFACE6E1}"/>
              </a:ext>
            </a:extLst>
          </p:cNvPr>
          <p:cNvCxnSpPr>
            <a:cxnSpLocks/>
            <a:stCxn id="26" idx="0"/>
          </p:cNvCxnSpPr>
          <p:nvPr/>
        </p:nvCxnSpPr>
        <p:spPr>
          <a:xfrm>
            <a:off x="10388320" y="2842832"/>
            <a:ext cx="234976" cy="0"/>
          </a:xfrm>
          <a:prstGeom prst="straightConnector1">
            <a:avLst/>
          </a:prstGeom>
          <a:ln w="28575">
            <a:solidFill>
              <a:srgbClr val="FF00FF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Elipse 23">
            <a:extLst>
              <a:ext uri="{FF2B5EF4-FFF2-40B4-BE49-F238E27FC236}">
                <a16:creationId xmlns:a16="http://schemas.microsoft.com/office/drawing/2014/main" id="{74601858-73FA-1F63-0553-2FB75EB4B6BC}"/>
              </a:ext>
            </a:extLst>
          </p:cNvPr>
          <p:cNvSpPr/>
          <p:nvPr/>
        </p:nvSpPr>
        <p:spPr>
          <a:xfrm>
            <a:off x="8104288" y="4163226"/>
            <a:ext cx="204281" cy="204281"/>
          </a:xfrm>
          <a:prstGeom prst="ellipse">
            <a:avLst/>
          </a:prstGeom>
          <a:solidFill>
            <a:srgbClr val="AFEBF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53">
                <a:extLst>
                  <a:ext uri="{FF2B5EF4-FFF2-40B4-BE49-F238E27FC236}">
                    <a16:creationId xmlns:a16="http://schemas.microsoft.com/office/drawing/2014/main" id="{DCB823BF-8C3F-F9F9-F7EE-0E1E5DD8759F}"/>
                  </a:ext>
                </a:extLst>
              </p:cNvPr>
              <p:cNvSpPr txBox="1"/>
              <p:nvPr/>
            </p:nvSpPr>
            <p:spPr>
              <a:xfrm>
                <a:off x="7712659" y="4044622"/>
                <a:ext cx="4110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pt-BR" sz="1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CaixaDeTexto 53">
                <a:extLst>
                  <a:ext uri="{FF2B5EF4-FFF2-40B4-BE49-F238E27FC236}">
                    <a16:creationId xmlns:a16="http://schemas.microsoft.com/office/drawing/2014/main" id="{DCB823BF-8C3F-F9F9-F7EE-0E1E5DD87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659" y="4044622"/>
                <a:ext cx="41105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onector de Seta Reta 35">
            <a:extLst>
              <a:ext uri="{FF2B5EF4-FFF2-40B4-BE49-F238E27FC236}">
                <a16:creationId xmlns:a16="http://schemas.microsoft.com/office/drawing/2014/main" id="{24DF2891-DAD8-2283-5DA3-9DE8A2E7CA55}"/>
              </a:ext>
            </a:extLst>
          </p:cNvPr>
          <p:cNvCxnSpPr>
            <a:cxnSpLocks/>
            <a:stCxn id="42" idx="6"/>
            <a:endCxn id="32" idx="1"/>
          </p:cNvCxnSpPr>
          <p:nvPr/>
        </p:nvCxnSpPr>
        <p:spPr>
          <a:xfrm flipV="1">
            <a:off x="8308569" y="2867655"/>
            <a:ext cx="1274377" cy="1397712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de Seta Reta 35">
            <a:extLst>
              <a:ext uri="{FF2B5EF4-FFF2-40B4-BE49-F238E27FC236}">
                <a16:creationId xmlns:a16="http://schemas.microsoft.com/office/drawing/2014/main" id="{0CE95271-3FC6-160A-1D81-EE6A4D174315}"/>
              </a:ext>
            </a:extLst>
          </p:cNvPr>
          <p:cNvCxnSpPr>
            <a:cxnSpLocks/>
            <a:stCxn id="42" idx="6"/>
          </p:cNvCxnSpPr>
          <p:nvPr/>
        </p:nvCxnSpPr>
        <p:spPr>
          <a:xfrm flipV="1">
            <a:off x="8308569" y="4014009"/>
            <a:ext cx="1338946" cy="251358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 de Seta Reta 35">
            <a:extLst>
              <a:ext uri="{FF2B5EF4-FFF2-40B4-BE49-F238E27FC236}">
                <a16:creationId xmlns:a16="http://schemas.microsoft.com/office/drawing/2014/main" id="{791B3322-AE52-2494-5931-F1EF7D1CD344}"/>
              </a:ext>
            </a:extLst>
          </p:cNvPr>
          <p:cNvCxnSpPr>
            <a:cxnSpLocks/>
            <a:stCxn id="42" idx="6"/>
            <a:endCxn id="86" idx="1"/>
          </p:cNvCxnSpPr>
          <p:nvPr/>
        </p:nvCxnSpPr>
        <p:spPr>
          <a:xfrm>
            <a:off x="8308569" y="4265367"/>
            <a:ext cx="1327967" cy="860598"/>
          </a:xfrm>
          <a:prstGeom prst="straightConnector1">
            <a:avLst/>
          </a:prstGeom>
          <a:ln w="28575">
            <a:solidFill>
              <a:srgbClr val="00B0F0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2523C2C-F86F-0D80-CA16-FA7356DA78EE}"/>
              </a:ext>
            </a:extLst>
          </p:cNvPr>
          <p:cNvGrpSpPr/>
          <p:nvPr/>
        </p:nvGrpSpPr>
        <p:grpSpPr>
          <a:xfrm>
            <a:off x="9598638" y="3632463"/>
            <a:ext cx="805374" cy="737662"/>
            <a:chOff x="9582946" y="2474001"/>
            <a:chExt cx="805374" cy="737662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E52F4BD-F4A5-3314-8688-1BCA75957BC1}"/>
                </a:ext>
              </a:extLst>
            </p:cNvPr>
            <p:cNvGrpSpPr/>
            <p:nvPr/>
          </p:nvGrpSpPr>
          <p:grpSpPr>
            <a:xfrm>
              <a:off x="9647515" y="2474001"/>
              <a:ext cx="740805" cy="737662"/>
              <a:chOff x="9663390" y="2474001"/>
              <a:chExt cx="740805" cy="737662"/>
            </a:xfrm>
          </p:grpSpPr>
          <p:sp>
            <p:nvSpPr>
              <p:cNvPr id="82" name="Partial Circle 81">
                <a:extLst>
                  <a:ext uri="{FF2B5EF4-FFF2-40B4-BE49-F238E27FC236}">
                    <a16:creationId xmlns:a16="http://schemas.microsoft.com/office/drawing/2014/main" id="{8677DC6B-E740-D808-F452-007542D6FEA4}"/>
                  </a:ext>
                </a:extLst>
              </p:cNvPr>
              <p:cNvSpPr/>
              <p:nvPr/>
            </p:nvSpPr>
            <p:spPr>
              <a:xfrm>
                <a:off x="9663390" y="2474001"/>
                <a:ext cx="740723" cy="737662"/>
              </a:xfrm>
              <a:prstGeom prst="pie">
                <a:avLst>
                  <a:gd name="adj1" fmla="val 5365874"/>
                  <a:gd name="adj2" fmla="val 1620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Partial Circle 82">
                <a:extLst>
                  <a:ext uri="{FF2B5EF4-FFF2-40B4-BE49-F238E27FC236}">
                    <a16:creationId xmlns:a16="http://schemas.microsoft.com/office/drawing/2014/main" id="{E2DCF3C4-40EC-B186-A0AA-49C91E7F76A7}"/>
                  </a:ext>
                </a:extLst>
              </p:cNvPr>
              <p:cNvSpPr/>
              <p:nvPr/>
            </p:nvSpPr>
            <p:spPr>
              <a:xfrm>
                <a:off x="9663472" y="2474001"/>
                <a:ext cx="740723" cy="737662"/>
              </a:xfrm>
              <a:prstGeom prst="pie">
                <a:avLst>
                  <a:gd name="adj1" fmla="val 16204423"/>
                  <a:gd name="adj2" fmla="val 5377410"/>
                </a:avLst>
              </a:prstGeom>
              <a:solidFill>
                <a:srgbClr val="FFB9FF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71004B3-B65A-98D5-4722-837210B19CC1}"/>
                    </a:ext>
                  </a:extLst>
                </p:cNvPr>
                <p:cNvSpPr txBox="1"/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pt-BR" sz="3600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71004B3-B65A-98D5-4722-837210B19C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71B95CEB-D219-198F-4C3A-12809BAAD13D}"/>
                </a:ext>
              </a:extLst>
            </p:cNvPr>
            <p:cNvSpPr/>
            <p:nvPr/>
          </p:nvSpPr>
          <p:spPr>
            <a:xfrm>
              <a:off x="10091575" y="2745001"/>
              <a:ext cx="203229" cy="233954"/>
            </a:xfrm>
            <a:custGeom>
              <a:avLst/>
              <a:gdLst>
                <a:gd name="connsiteX0" fmla="*/ 0 w 500332"/>
                <a:gd name="connsiteY0" fmla="*/ 580347 h 580347"/>
                <a:gd name="connsiteX1" fmla="*/ 77638 w 500332"/>
                <a:gd name="connsiteY1" fmla="*/ 571720 h 580347"/>
                <a:gd name="connsiteX2" fmla="*/ 163902 w 500332"/>
                <a:gd name="connsiteY2" fmla="*/ 528588 h 580347"/>
                <a:gd name="connsiteX3" fmla="*/ 181155 w 500332"/>
                <a:gd name="connsiteY3" fmla="*/ 502709 h 580347"/>
                <a:gd name="connsiteX4" fmla="*/ 207034 w 500332"/>
                <a:gd name="connsiteY4" fmla="*/ 476830 h 580347"/>
                <a:gd name="connsiteX5" fmla="*/ 215660 w 500332"/>
                <a:gd name="connsiteY5" fmla="*/ 450950 h 580347"/>
                <a:gd name="connsiteX6" fmla="*/ 232913 w 500332"/>
                <a:gd name="connsiteY6" fmla="*/ 416445 h 580347"/>
                <a:gd name="connsiteX7" fmla="*/ 250166 w 500332"/>
                <a:gd name="connsiteY7" fmla="*/ 321554 h 580347"/>
                <a:gd name="connsiteX8" fmla="*/ 258792 w 500332"/>
                <a:gd name="connsiteY8" fmla="*/ 295675 h 580347"/>
                <a:gd name="connsiteX9" fmla="*/ 276045 w 500332"/>
                <a:gd name="connsiteY9" fmla="*/ 192158 h 580347"/>
                <a:gd name="connsiteX10" fmla="*/ 293298 w 500332"/>
                <a:gd name="connsiteY10" fmla="*/ 123147 h 580347"/>
                <a:gd name="connsiteX11" fmla="*/ 310551 w 500332"/>
                <a:gd name="connsiteY11" fmla="*/ 54135 h 580347"/>
                <a:gd name="connsiteX12" fmla="*/ 336430 w 500332"/>
                <a:gd name="connsiteY12" fmla="*/ 19630 h 580347"/>
                <a:gd name="connsiteX13" fmla="*/ 500332 w 500332"/>
                <a:gd name="connsiteY13" fmla="*/ 2377 h 58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0332" h="580347">
                  <a:moveTo>
                    <a:pt x="0" y="580347"/>
                  </a:moveTo>
                  <a:cubicBezTo>
                    <a:pt x="25879" y="577471"/>
                    <a:pt x="52177" y="577176"/>
                    <a:pt x="77638" y="571720"/>
                  </a:cubicBezTo>
                  <a:cubicBezTo>
                    <a:pt x="108074" y="565198"/>
                    <a:pt x="138095" y="544072"/>
                    <a:pt x="163902" y="528588"/>
                  </a:cubicBezTo>
                  <a:cubicBezTo>
                    <a:pt x="169653" y="519962"/>
                    <a:pt x="174518" y="510674"/>
                    <a:pt x="181155" y="502709"/>
                  </a:cubicBezTo>
                  <a:cubicBezTo>
                    <a:pt x="188965" y="493337"/>
                    <a:pt x="200267" y="486981"/>
                    <a:pt x="207034" y="476830"/>
                  </a:cubicBezTo>
                  <a:cubicBezTo>
                    <a:pt x="212078" y="469264"/>
                    <a:pt x="212078" y="459308"/>
                    <a:pt x="215660" y="450950"/>
                  </a:cubicBezTo>
                  <a:cubicBezTo>
                    <a:pt x="220725" y="439130"/>
                    <a:pt x="227162" y="427947"/>
                    <a:pt x="232913" y="416445"/>
                  </a:cubicBezTo>
                  <a:cubicBezTo>
                    <a:pt x="236757" y="393382"/>
                    <a:pt x="244140" y="345660"/>
                    <a:pt x="250166" y="321554"/>
                  </a:cubicBezTo>
                  <a:cubicBezTo>
                    <a:pt x="252371" y="312733"/>
                    <a:pt x="255917" y="304301"/>
                    <a:pt x="258792" y="295675"/>
                  </a:cubicBezTo>
                  <a:cubicBezTo>
                    <a:pt x="265118" y="251399"/>
                    <a:pt x="266587" y="233145"/>
                    <a:pt x="276045" y="192158"/>
                  </a:cubicBezTo>
                  <a:cubicBezTo>
                    <a:pt x="281377" y="169054"/>
                    <a:pt x="288648" y="146398"/>
                    <a:pt x="293298" y="123147"/>
                  </a:cubicBezTo>
                  <a:cubicBezTo>
                    <a:pt x="295483" y="112221"/>
                    <a:pt x="302388" y="68420"/>
                    <a:pt x="310551" y="54135"/>
                  </a:cubicBezTo>
                  <a:cubicBezTo>
                    <a:pt x="317684" y="41652"/>
                    <a:pt x="324467" y="27605"/>
                    <a:pt x="336430" y="19630"/>
                  </a:cubicBezTo>
                  <a:cubicBezTo>
                    <a:pt x="380041" y="-9444"/>
                    <a:pt x="459642" y="2377"/>
                    <a:pt x="500332" y="2377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B8BAA1A-2EBE-AD8C-05A3-2900377AB229}"/>
              </a:ext>
            </a:extLst>
          </p:cNvPr>
          <p:cNvGrpSpPr/>
          <p:nvPr/>
        </p:nvGrpSpPr>
        <p:grpSpPr>
          <a:xfrm>
            <a:off x="9636536" y="4732311"/>
            <a:ext cx="805374" cy="737662"/>
            <a:chOff x="9582946" y="2474001"/>
            <a:chExt cx="805374" cy="737662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9D7B6C2-1CDF-B230-FE58-657F90359568}"/>
                </a:ext>
              </a:extLst>
            </p:cNvPr>
            <p:cNvGrpSpPr/>
            <p:nvPr/>
          </p:nvGrpSpPr>
          <p:grpSpPr>
            <a:xfrm>
              <a:off x="9647515" y="2474001"/>
              <a:ext cx="740805" cy="737662"/>
              <a:chOff x="9663390" y="2474001"/>
              <a:chExt cx="740805" cy="737662"/>
            </a:xfrm>
          </p:grpSpPr>
          <p:sp>
            <p:nvSpPr>
              <p:cNvPr id="88" name="Partial Circle 87">
                <a:extLst>
                  <a:ext uri="{FF2B5EF4-FFF2-40B4-BE49-F238E27FC236}">
                    <a16:creationId xmlns:a16="http://schemas.microsoft.com/office/drawing/2014/main" id="{97F8AA3D-EEA4-5316-BC57-EA2405715520}"/>
                  </a:ext>
                </a:extLst>
              </p:cNvPr>
              <p:cNvSpPr/>
              <p:nvPr/>
            </p:nvSpPr>
            <p:spPr>
              <a:xfrm>
                <a:off x="9663390" y="2474001"/>
                <a:ext cx="740723" cy="737662"/>
              </a:xfrm>
              <a:prstGeom prst="pie">
                <a:avLst>
                  <a:gd name="adj1" fmla="val 5365874"/>
                  <a:gd name="adj2" fmla="val 1620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Partial Circle 88">
                <a:extLst>
                  <a:ext uri="{FF2B5EF4-FFF2-40B4-BE49-F238E27FC236}">
                    <a16:creationId xmlns:a16="http://schemas.microsoft.com/office/drawing/2014/main" id="{DD9B89EB-B19D-015A-D2FA-DD6723E67ECC}"/>
                  </a:ext>
                </a:extLst>
              </p:cNvPr>
              <p:cNvSpPr/>
              <p:nvPr/>
            </p:nvSpPr>
            <p:spPr>
              <a:xfrm>
                <a:off x="9663472" y="2474001"/>
                <a:ext cx="740723" cy="737662"/>
              </a:xfrm>
              <a:prstGeom prst="pie">
                <a:avLst>
                  <a:gd name="adj1" fmla="val 16204423"/>
                  <a:gd name="adj2" fmla="val 5377410"/>
                </a:avLst>
              </a:prstGeom>
              <a:solidFill>
                <a:srgbClr val="FFB9FF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8D0E09B5-1C94-17BF-2C48-ED445EB6E9DC}"/>
                    </a:ext>
                  </a:extLst>
                </p:cNvPr>
                <p:cNvSpPr txBox="1"/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pt-BR" sz="36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8D0E09B5-1C94-17BF-2C48-ED445EB6E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946" y="2544489"/>
                  <a:ext cx="542135" cy="6463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0D1CC5B-A85A-6472-F45F-21A5B1FBFD56}"/>
                </a:ext>
              </a:extLst>
            </p:cNvPr>
            <p:cNvSpPr/>
            <p:nvPr/>
          </p:nvSpPr>
          <p:spPr>
            <a:xfrm>
              <a:off x="10091575" y="2745001"/>
              <a:ext cx="203229" cy="233954"/>
            </a:xfrm>
            <a:custGeom>
              <a:avLst/>
              <a:gdLst>
                <a:gd name="connsiteX0" fmla="*/ 0 w 500332"/>
                <a:gd name="connsiteY0" fmla="*/ 580347 h 580347"/>
                <a:gd name="connsiteX1" fmla="*/ 77638 w 500332"/>
                <a:gd name="connsiteY1" fmla="*/ 571720 h 580347"/>
                <a:gd name="connsiteX2" fmla="*/ 163902 w 500332"/>
                <a:gd name="connsiteY2" fmla="*/ 528588 h 580347"/>
                <a:gd name="connsiteX3" fmla="*/ 181155 w 500332"/>
                <a:gd name="connsiteY3" fmla="*/ 502709 h 580347"/>
                <a:gd name="connsiteX4" fmla="*/ 207034 w 500332"/>
                <a:gd name="connsiteY4" fmla="*/ 476830 h 580347"/>
                <a:gd name="connsiteX5" fmla="*/ 215660 w 500332"/>
                <a:gd name="connsiteY5" fmla="*/ 450950 h 580347"/>
                <a:gd name="connsiteX6" fmla="*/ 232913 w 500332"/>
                <a:gd name="connsiteY6" fmla="*/ 416445 h 580347"/>
                <a:gd name="connsiteX7" fmla="*/ 250166 w 500332"/>
                <a:gd name="connsiteY7" fmla="*/ 321554 h 580347"/>
                <a:gd name="connsiteX8" fmla="*/ 258792 w 500332"/>
                <a:gd name="connsiteY8" fmla="*/ 295675 h 580347"/>
                <a:gd name="connsiteX9" fmla="*/ 276045 w 500332"/>
                <a:gd name="connsiteY9" fmla="*/ 192158 h 580347"/>
                <a:gd name="connsiteX10" fmla="*/ 293298 w 500332"/>
                <a:gd name="connsiteY10" fmla="*/ 123147 h 580347"/>
                <a:gd name="connsiteX11" fmla="*/ 310551 w 500332"/>
                <a:gd name="connsiteY11" fmla="*/ 54135 h 580347"/>
                <a:gd name="connsiteX12" fmla="*/ 336430 w 500332"/>
                <a:gd name="connsiteY12" fmla="*/ 19630 h 580347"/>
                <a:gd name="connsiteX13" fmla="*/ 500332 w 500332"/>
                <a:gd name="connsiteY13" fmla="*/ 2377 h 58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0332" h="580347">
                  <a:moveTo>
                    <a:pt x="0" y="580347"/>
                  </a:moveTo>
                  <a:cubicBezTo>
                    <a:pt x="25879" y="577471"/>
                    <a:pt x="52177" y="577176"/>
                    <a:pt x="77638" y="571720"/>
                  </a:cubicBezTo>
                  <a:cubicBezTo>
                    <a:pt x="108074" y="565198"/>
                    <a:pt x="138095" y="544072"/>
                    <a:pt x="163902" y="528588"/>
                  </a:cubicBezTo>
                  <a:cubicBezTo>
                    <a:pt x="169653" y="519962"/>
                    <a:pt x="174518" y="510674"/>
                    <a:pt x="181155" y="502709"/>
                  </a:cubicBezTo>
                  <a:cubicBezTo>
                    <a:pt x="188965" y="493337"/>
                    <a:pt x="200267" y="486981"/>
                    <a:pt x="207034" y="476830"/>
                  </a:cubicBezTo>
                  <a:cubicBezTo>
                    <a:pt x="212078" y="469264"/>
                    <a:pt x="212078" y="459308"/>
                    <a:pt x="215660" y="450950"/>
                  </a:cubicBezTo>
                  <a:cubicBezTo>
                    <a:pt x="220725" y="439130"/>
                    <a:pt x="227162" y="427947"/>
                    <a:pt x="232913" y="416445"/>
                  </a:cubicBezTo>
                  <a:cubicBezTo>
                    <a:pt x="236757" y="393382"/>
                    <a:pt x="244140" y="345660"/>
                    <a:pt x="250166" y="321554"/>
                  </a:cubicBezTo>
                  <a:cubicBezTo>
                    <a:pt x="252371" y="312733"/>
                    <a:pt x="255917" y="304301"/>
                    <a:pt x="258792" y="295675"/>
                  </a:cubicBezTo>
                  <a:cubicBezTo>
                    <a:pt x="265118" y="251399"/>
                    <a:pt x="266587" y="233145"/>
                    <a:pt x="276045" y="192158"/>
                  </a:cubicBezTo>
                  <a:cubicBezTo>
                    <a:pt x="281377" y="169054"/>
                    <a:pt x="288648" y="146398"/>
                    <a:pt x="293298" y="123147"/>
                  </a:cubicBezTo>
                  <a:cubicBezTo>
                    <a:pt x="295483" y="112221"/>
                    <a:pt x="302388" y="68420"/>
                    <a:pt x="310551" y="54135"/>
                  </a:cubicBezTo>
                  <a:cubicBezTo>
                    <a:pt x="317684" y="41652"/>
                    <a:pt x="324467" y="27605"/>
                    <a:pt x="336430" y="19630"/>
                  </a:cubicBezTo>
                  <a:cubicBezTo>
                    <a:pt x="380041" y="-9444"/>
                    <a:pt x="459642" y="2377"/>
                    <a:pt x="500332" y="2377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64410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4033-CAE4-3129-E938-734D01A0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Revisitando</a:t>
            </a:r>
            <a:r>
              <a:rPr lang="en-US" dirty="0"/>
              <a:t> o MLP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80C3-71B5-2011-5D59-95470B02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51596" cy="4351338"/>
          </a:xfrm>
        </p:spPr>
        <p:txBody>
          <a:bodyPr/>
          <a:lstStyle/>
          <a:p>
            <a:r>
              <a:rPr lang="en-US" dirty="0"/>
              <a:t>Outro </a:t>
            </a:r>
            <a:r>
              <a:rPr lang="en-US" dirty="0" err="1"/>
              <a:t>desenho</a:t>
            </a:r>
            <a:r>
              <a:rPr lang="en-US" dirty="0"/>
              <a:t>, </a:t>
            </a:r>
            <a:r>
              <a:rPr lang="en-US" dirty="0" err="1"/>
              <a:t>mesmo</a:t>
            </a:r>
            <a:r>
              <a:rPr lang="en-US" dirty="0"/>
              <a:t> MLP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entradas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pesos</a:t>
            </a:r>
          </a:p>
          <a:p>
            <a:pPr lvl="1"/>
            <a:r>
              <a:rPr lang="en-US" dirty="0" err="1">
                <a:solidFill>
                  <a:srgbClr val="FF00FF"/>
                </a:solidFill>
              </a:rPr>
              <a:t>função</a:t>
            </a:r>
            <a:r>
              <a:rPr lang="en-US" dirty="0">
                <a:solidFill>
                  <a:srgbClr val="FF00FF"/>
                </a:solidFill>
              </a:rPr>
              <a:t> de </a:t>
            </a:r>
            <a:r>
              <a:rPr lang="en-US" dirty="0" err="1">
                <a:solidFill>
                  <a:srgbClr val="FF00FF"/>
                </a:solidFill>
              </a:rPr>
              <a:t>ativação</a:t>
            </a:r>
            <a:endParaRPr lang="en-US" dirty="0">
              <a:solidFill>
                <a:srgbClr val="FF00FF"/>
              </a:solidFill>
            </a:endParaRPr>
          </a:p>
          <a:p>
            <a:pPr lvl="1"/>
            <a:r>
              <a:rPr lang="en-US" dirty="0" err="1">
                <a:solidFill>
                  <a:srgbClr val="FF00FF"/>
                </a:solidFill>
              </a:rPr>
              <a:t>saídas</a:t>
            </a:r>
            <a:endParaRPr lang="pt-BR" dirty="0">
              <a:solidFill>
                <a:srgbClr val="FF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9796-5AF3-7523-CC7B-717316D1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20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lipse 23">
                <a:extLst>
                  <a:ext uri="{FF2B5EF4-FFF2-40B4-BE49-F238E27FC236}">
                    <a16:creationId xmlns:a16="http://schemas.microsoft.com/office/drawing/2014/main" id="{42647A70-DD82-A94D-4EC2-B3C954D37F23}"/>
                  </a:ext>
                </a:extLst>
              </p:cNvPr>
              <p:cNvSpPr/>
              <p:nvPr/>
            </p:nvSpPr>
            <p:spPr>
              <a:xfrm>
                <a:off x="7717483" y="4504201"/>
                <a:ext cx="532411" cy="532411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" name="Elipse 23">
                <a:extLst>
                  <a:ext uri="{FF2B5EF4-FFF2-40B4-BE49-F238E27FC236}">
                    <a16:creationId xmlns:a16="http://schemas.microsoft.com/office/drawing/2014/main" id="{42647A70-DD82-A94D-4EC2-B3C954D37F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7483" y="4504201"/>
                <a:ext cx="532411" cy="53241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8F71BDD-D13C-9D7F-7624-95B1813A4F4F}"/>
              </a:ext>
            </a:extLst>
          </p:cNvPr>
          <p:cNvSpPr/>
          <p:nvPr/>
        </p:nvSpPr>
        <p:spPr>
          <a:xfrm>
            <a:off x="8755811" y="4157932"/>
            <a:ext cx="775118" cy="122495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lipse 23">
                <a:extLst>
                  <a:ext uri="{FF2B5EF4-FFF2-40B4-BE49-F238E27FC236}">
                    <a16:creationId xmlns:a16="http://schemas.microsoft.com/office/drawing/2014/main" id="{F2728594-267D-4CD3-275D-52782B0C4734}"/>
                  </a:ext>
                </a:extLst>
              </p:cNvPr>
              <p:cNvSpPr/>
              <p:nvPr/>
            </p:nvSpPr>
            <p:spPr>
              <a:xfrm>
                <a:off x="9995995" y="4504200"/>
                <a:ext cx="532411" cy="532411"/>
              </a:xfrm>
              <a:prstGeom prst="ellipse">
                <a:avLst/>
              </a:prstGeom>
              <a:solidFill>
                <a:srgbClr val="FFB9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Elipse 23">
                <a:extLst>
                  <a:ext uri="{FF2B5EF4-FFF2-40B4-BE49-F238E27FC236}">
                    <a16:creationId xmlns:a16="http://schemas.microsoft.com/office/drawing/2014/main" id="{F2728594-267D-4CD3-275D-52782B0C47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5995" y="4504200"/>
                <a:ext cx="532411" cy="532411"/>
              </a:xfrm>
              <a:prstGeom prst="ellipse">
                <a:avLst/>
              </a:prstGeom>
              <a:blipFill>
                <a:blip r:embed="rId3"/>
                <a:stretch>
                  <a:fillRect b="-34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618B6D-2684-610E-E671-CD67ED5F309F}"/>
              </a:ext>
            </a:extLst>
          </p:cNvPr>
          <p:cNvCxnSpPr>
            <a:stCxn id="8" idx="6"/>
            <a:endCxn id="9" idx="1"/>
          </p:cNvCxnSpPr>
          <p:nvPr/>
        </p:nvCxnSpPr>
        <p:spPr>
          <a:xfrm>
            <a:off x="8249894" y="4770407"/>
            <a:ext cx="505917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AE9C2E-6156-38D9-838B-74CE6D185522}"/>
              </a:ext>
            </a:extLst>
          </p:cNvPr>
          <p:cNvCxnSpPr>
            <a:cxnSpLocks/>
            <a:stCxn id="9" idx="3"/>
            <a:endCxn id="10" idx="2"/>
          </p:cNvCxnSpPr>
          <p:nvPr/>
        </p:nvCxnSpPr>
        <p:spPr>
          <a:xfrm flipV="1">
            <a:off x="9530929" y="4770406"/>
            <a:ext cx="465066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81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4033-CAE4-3129-E938-734D01A0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Revisitando</a:t>
            </a:r>
            <a:r>
              <a:rPr lang="en-US" dirty="0"/>
              <a:t> o MLP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80C3-71B5-2011-5D59-95470B02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51596" cy="4351338"/>
          </a:xfrm>
        </p:spPr>
        <p:txBody>
          <a:bodyPr/>
          <a:lstStyle/>
          <a:p>
            <a:r>
              <a:rPr lang="en-US" dirty="0" err="1"/>
              <a:t>Rotacionamos</a:t>
            </a:r>
            <a:r>
              <a:rPr lang="en-US" dirty="0"/>
              <a:t> o </a:t>
            </a:r>
            <a:r>
              <a:rPr lang="en-US" dirty="0" err="1"/>
              <a:t>desenho</a:t>
            </a:r>
            <a:r>
              <a:rPr lang="en-US" dirty="0"/>
              <a:t>, </a:t>
            </a:r>
            <a:r>
              <a:rPr lang="en-US" dirty="0" err="1"/>
              <a:t>mesmo</a:t>
            </a:r>
            <a:r>
              <a:rPr lang="en-US" dirty="0"/>
              <a:t> MLP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entradas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pesos</a:t>
            </a:r>
          </a:p>
          <a:p>
            <a:pPr lvl="1"/>
            <a:r>
              <a:rPr lang="en-US" dirty="0" err="1">
                <a:solidFill>
                  <a:srgbClr val="FF00FF"/>
                </a:solidFill>
              </a:rPr>
              <a:t>função</a:t>
            </a:r>
            <a:r>
              <a:rPr lang="en-US" dirty="0">
                <a:solidFill>
                  <a:srgbClr val="FF00FF"/>
                </a:solidFill>
              </a:rPr>
              <a:t> de </a:t>
            </a:r>
            <a:r>
              <a:rPr lang="en-US" dirty="0" err="1">
                <a:solidFill>
                  <a:srgbClr val="FF00FF"/>
                </a:solidFill>
              </a:rPr>
              <a:t>ativação</a:t>
            </a:r>
            <a:endParaRPr lang="en-US" dirty="0">
              <a:solidFill>
                <a:srgbClr val="FF00FF"/>
              </a:solidFill>
            </a:endParaRPr>
          </a:p>
          <a:p>
            <a:pPr lvl="1"/>
            <a:r>
              <a:rPr lang="en-US" dirty="0" err="1">
                <a:solidFill>
                  <a:srgbClr val="FF00FF"/>
                </a:solidFill>
              </a:rPr>
              <a:t>saídas</a:t>
            </a:r>
            <a:endParaRPr lang="pt-BR" dirty="0">
              <a:solidFill>
                <a:srgbClr val="FF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9796-5AF3-7523-CC7B-717316D1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21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lipse 23">
                <a:extLst>
                  <a:ext uri="{FF2B5EF4-FFF2-40B4-BE49-F238E27FC236}">
                    <a16:creationId xmlns:a16="http://schemas.microsoft.com/office/drawing/2014/main" id="{42647A70-DD82-A94D-4EC2-B3C954D37F23}"/>
                  </a:ext>
                </a:extLst>
              </p:cNvPr>
              <p:cNvSpPr/>
              <p:nvPr/>
            </p:nvSpPr>
            <p:spPr>
              <a:xfrm>
                <a:off x="9039546" y="4728488"/>
                <a:ext cx="532411" cy="532411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" name="Elipse 23">
                <a:extLst>
                  <a:ext uri="{FF2B5EF4-FFF2-40B4-BE49-F238E27FC236}">
                    <a16:creationId xmlns:a16="http://schemas.microsoft.com/office/drawing/2014/main" id="{42647A70-DD82-A94D-4EC2-B3C954D37F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546" y="4728488"/>
                <a:ext cx="532411" cy="53241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8F71BDD-D13C-9D7F-7624-95B1813A4F4F}"/>
              </a:ext>
            </a:extLst>
          </p:cNvPr>
          <p:cNvSpPr/>
          <p:nvPr/>
        </p:nvSpPr>
        <p:spPr>
          <a:xfrm>
            <a:off x="8610600" y="3540312"/>
            <a:ext cx="1390302" cy="7583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lipse 23">
                <a:extLst>
                  <a:ext uri="{FF2B5EF4-FFF2-40B4-BE49-F238E27FC236}">
                    <a16:creationId xmlns:a16="http://schemas.microsoft.com/office/drawing/2014/main" id="{F2728594-267D-4CD3-275D-52782B0C4734}"/>
                  </a:ext>
                </a:extLst>
              </p:cNvPr>
              <p:cNvSpPr/>
              <p:nvPr/>
            </p:nvSpPr>
            <p:spPr>
              <a:xfrm>
                <a:off x="9039546" y="2578086"/>
                <a:ext cx="532411" cy="532411"/>
              </a:xfrm>
              <a:prstGeom prst="ellipse">
                <a:avLst/>
              </a:prstGeom>
              <a:solidFill>
                <a:srgbClr val="FFB9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Elipse 23">
                <a:extLst>
                  <a:ext uri="{FF2B5EF4-FFF2-40B4-BE49-F238E27FC236}">
                    <a16:creationId xmlns:a16="http://schemas.microsoft.com/office/drawing/2014/main" id="{F2728594-267D-4CD3-275D-52782B0C47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546" y="2578086"/>
                <a:ext cx="532411" cy="532411"/>
              </a:xfrm>
              <a:prstGeom prst="ellipse">
                <a:avLst/>
              </a:prstGeom>
              <a:blipFill>
                <a:blip r:embed="rId3"/>
                <a:stretch>
                  <a:fillRect b="-34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618B6D-2684-610E-E671-CD67ED5F309F}"/>
              </a:ext>
            </a:extLst>
          </p:cNvPr>
          <p:cNvCxnSpPr>
            <a:cxnSpLocks/>
            <a:stCxn id="8" idx="0"/>
            <a:endCxn id="9" idx="2"/>
          </p:cNvCxnSpPr>
          <p:nvPr/>
        </p:nvCxnSpPr>
        <p:spPr>
          <a:xfrm flipH="1" flipV="1">
            <a:off x="9305751" y="4298672"/>
            <a:ext cx="1" cy="429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AE9C2E-6156-38D9-838B-74CE6D185522}"/>
              </a:ext>
            </a:extLst>
          </p:cNvPr>
          <p:cNvCxnSpPr>
            <a:cxnSpLocks/>
            <a:stCxn id="9" idx="0"/>
            <a:endCxn id="10" idx="4"/>
          </p:cNvCxnSpPr>
          <p:nvPr/>
        </p:nvCxnSpPr>
        <p:spPr>
          <a:xfrm flipV="1">
            <a:off x="9305751" y="3110497"/>
            <a:ext cx="1" cy="4298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668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4033-CAE4-3129-E938-734D01A0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Revisitando</a:t>
            </a:r>
            <a:r>
              <a:rPr lang="en-US" dirty="0"/>
              <a:t> o MLP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80C3-71B5-2011-5D59-95470B02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51596" cy="4351338"/>
          </a:xfrm>
        </p:spPr>
        <p:txBody>
          <a:bodyPr/>
          <a:lstStyle/>
          <a:p>
            <a:r>
              <a:rPr lang="en-US" dirty="0" err="1"/>
              <a:t>Rotacionamos</a:t>
            </a:r>
            <a:r>
              <a:rPr lang="en-US" dirty="0"/>
              <a:t> o </a:t>
            </a:r>
            <a:r>
              <a:rPr lang="en-US" dirty="0" err="1"/>
              <a:t>desenho</a:t>
            </a:r>
            <a:r>
              <a:rPr lang="en-US" dirty="0"/>
              <a:t>, </a:t>
            </a:r>
            <a:r>
              <a:rPr lang="en-US" dirty="0" err="1"/>
              <a:t>mesmo</a:t>
            </a:r>
            <a:r>
              <a:rPr lang="en-US" dirty="0"/>
              <a:t> MLP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entradas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pesos</a:t>
            </a:r>
          </a:p>
          <a:p>
            <a:pPr lvl="1"/>
            <a:r>
              <a:rPr lang="en-US" dirty="0" err="1">
                <a:solidFill>
                  <a:srgbClr val="FF00FF"/>
                </a:solidFill>
              </a:rPr>
              <a:t>função</a:t>
            </a:r>
            <a:r>
              <a:rPr lang="en-US" dirty="0">
                <a:solidFill>
                  <a:srgbClr val="FF00FF"/>
                </a:solidFill>
              </a:rPr>
              <a:t> de </a:t>
            </a:r>
            <a:r>
              <a:rPr lang="en-US" dirty="0" err="1">
                <a:solidFill>
                  <a:srgbClr val="FF00FF"/>
                </a:solidFill>
              </a:rPr>
              <a:t>ativação</a:t>
            </a:r>
            <a:endParaRPr lang="en-US" dirty="0">
              <a:solidFill>
                <a:srgbClr val="FF00FF"/>
              </a:solidFill>
            </a:endParaRPr>
          </a:p>
          <a:p>
            <a:pPr lvl="1"/>
            <a:r>
              <a:rPr lang="en-US" dirty="0" err="1">
                <a:solidFill>
                  <a:srgbClr val="FF00FF"/>
                </a:solidFill>
              </a:rPr>
              <a:t>saídas</a:t>
            </a:r>
            <a:endParaRPr lang="pt-BR" dirty="0">
              <a:solidFill>
                <a:srgbClr val="FF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9796-5AF3-7523-CC7B-717316D1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22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lipse 23">
                <a:extLst>
                  <a:ext uri="{FF2B5EF4-FFF2-40B4-BE49-F238E27FC236}">
                    <a16:creationId xmlns:a16="http://schemas.microsoft.com/office/drawing/2014/main" id="{42647A70-DD82-A94D-4EC2-B3C954D37F23}"/>
                  </a:ext>
                </a:extLst>
              </p:cNvPr>
              <p:cNvSpPr/>
              <p:nvPr/>
            </p:nvSpPr>
            <p:spPr>
              <a:xfrm>
                <a:off x="9039546" y="4728488"/>
                <a:ext cx="532411" cy="532411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" name="Elipse 23">
                <a:extLst>
                  <a:ext uri="{FF2B5EF4-FFF2-40B4-BE49-F238E27FC236}">
                    <a16:creationId xmlns:a16="http://schemas.microsoft.com/office/drawing/2014/main" id="{42647A70-DD82-A94D-4EC2-B3C954D37F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546" y="4728488"/>
                <a:ext cx="532411" cy="53241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8F71BDD-D13C-9D7F-7624-95B1813A4F4F}"/>
              </a:ext>
            </a:extLst>
          </p:cNvPr>
          <p:cNvSpPr/>
          <p:nvPr/>
        </p:nvSpPr>
        <p:spPr>
          <a:xfrm>
            <a:off x="8610600" y="3540312"/>
            <a:ext cx="1390302" cy="7583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lipse 23">
                <a:extLst>
                  <a:ext uri="{FF2B5EF4-FFF2-40B4-BE49-F238E27FC236}">
                    <a16:creationId xmlns:a16="http://schemas.microsoft.com/office/drawing/2014/main" id="{F2728594-267D-4CD3-275D-52782B0C4734}"/>
                  </a:ext>
                </a:extLst>
              </p:cNvPr>
              <p:cNvSpPr/>
              <p:nvPr/>
            </p:nvSpPr>
            <p:spPr>
              <a:xfrm>
                <a:off x="9039546" y="2578086"/>
                <a:ext cx="532411" cy="532411"/>
              </a:xfrm>
              <a:prstGeom prst="ellipse">
                <a:avLst/>
              </a:prstGeom>
              <a:solidFill>
                <a:srgbClr val="FFB9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Elipse 23">
                <a:extLst>
                  <a:ext uri="{FF2B5EF4-FFF2-40B4-BE49-F238E27FC236}">
                    <a16:creationId xmlns:a16="http://schemas.microsoft.com/office/drawing/2014/main" id="{F2728594-267D-4CD3-275D-52782B0C47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546" y="2578086"/>
                <a:ext cx="532411" cy="532411"/>
              </a:xfrm>
              <a:prstGeom prst="ellipse">
                <a:avLst/>
              </a:prstGeom>
              <a:blipFill>
                <a:blip r:embed="rId3"/>
                <a:stretch>
                  <a:fillRect b="-34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618B6D-2684-610E-E671-CD67ED5F309F}"/>
              </a:ext>
            </a:extLst>
          </p:cNvPr>
          <p:cNvCxnSpPr>
            <a:cxnSpLocks/>
            <a:stCxn id="8" idx="0"/>
            <a:endCxn id="9" idx="2"/>
          </p:cNvCxnSpPr>
          <p:nvPr/>
        </p:nvCxnSpPr>
        <p:spPr>
          <a:xfrm flipH="1" flipV="1">
            <a:off x="9305751" y="4298672"/>
            <a:ext cx="1" cy="429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AE9C2E-6156-38D9-838B-74CE6D185522}"/>
              </a:ext>
            </a:extLst>
          </p:cNvPr>
          <p:cNvCxnSpPr>
            <a:cxnSpLocks/>
            <a:stCxn id="9" idx="0"/>
            <a:endCxn id="10" idx="4"/>
          </p:cNvCxnSpPr>
          <p:nvPr/>
        </p:nvCxnSpPr>
        <p:spPr>
          <a:xfrm flipV="1">
            <a:off x="9305751" y="3110497"/>
            <a:ext cx="1" cy="4298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C3F3D89-4649-7DC7-9DD2-E928FBFBC379}"/>
              </a:ext>
            </a:extLst>
          </p:cNvPr>
          <p:cNvSpPr/>
          <p:nvPr/>
        </p:nvSpPr>
        <p:spPr>
          <a:xfrm>
            <a:off x="1837426" y="5262563"/>
            <a:ext cx="58659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dirty="0"/>
              <a:t>Repare que o vetor de entrada foi colapsado nessa representação, mas ainda assim ele tem um TAMANHO FIXO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483A500-D3FC-8483-E4CE-456C113CB3F6}"/>
              </a:ext>
            </a:extLst>
          </p:cNvPr>
          <p:cNvSpPr/>
          <p:nvPr/>
        </p:nvSpPr>
        <p:spPr>
          <a:xfrm rot="19889049">
            <a:off x="7958568" y="519884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6200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4033-CAE4-3129-E938-734D01A0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Aplicando</a:t>
            </a:r>
            <a:r>
              <a:rPr lang="en-US" dirty="0"/>
              <a:t> MLP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sequenciais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80C3-71B5-2011-5D59-95470B02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77732" cy="4351338"/>
          </a:xfrm>
        </p:spPr>
        <p:txBody>
          <a:bodyPr>
            <a:normAutofit/>
          </a:bodyPr>
          <a:lstStyle/>
          <a:p>
            <a:r>
              <a:rPr lang="en-US" sz="2400" dirty="0"/>
              <a:t>Vamos </a:t>
            </a:r>
            <a:r>
              <a:rPr lang="en-US" sz="2400" dirty="0" err="1"/>
              <a:t>tentar</a:t>
            </a:r>
            <a:r>
              <a:rPr lang="en-US" sz="2400" dirty="0"/>
              <a:t> </a:t>
            </a:r>
            <a:r>
              <a:rPr lang="en-US" sz="2400" dirty="0" err="1"/>
              <a:t>rodar</a:t>
            </a:r>
            <a:r>
              <a:rPr lang="en-US" sz="2400" dirty="0"/>
              <a:t> </a:t>
            </a:r>
            <a:r>
              <a:rPr lang="en-US" sz="2400" dirty="0" err="1"/>
              <a:t>esse</a:t>
            </a:r>
            <a:r>
              <a:rPr lang="en-US" sz="2400" dirty="0"/>
              <a:t> MLP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frase</a:t>
            </a:r>
            <a:r>
              <a:rPr lang="en-US" sz="2400" dirty="0"/>
              <a:t> “</a:t>
            </a:r>
            <a:r>
              <a:rPr lang="en-US" sz="2400" i="1" dirty="0" err="1">
                <a:solidFill>
                  <a:srgbClr val="00B0F0"/>
                </a:solidFill>
              </a:rPr>
              <a:t>Minha</a:t>
            </a:r>
            <a:r>
              <a:rPr lang="en-US" sz="2400" i="1" dirty="0">
                <a:solidFill>
                  <a:srgbClr val="00B0F0"/>
                </a:solidFill>
              </a:rPr>
              <a:t> </a:t>
            </a:r>
            <a:r>
              <a:rPr lang="en-US" sz="2400" i="1" dirty="0" err="1">
                <a:solidFill>
                  <a:srgbClr val="00B0F0"/>
                </a:solidFill>
              </a:rPr>
              <a:t>laranja</a:t>
            </a:r>
            <a:r>
              <a:rPr lang="en-US" sz="2400" i="1" dirty="0">
                <a:solidFill>
                  <a:srgbClr val="00B0F0"/>
                </a:solidFill>
              </a:rPr>
              <a:t> </a:t>
            </a:r>
            <a:r>
              <a:rPr lang="en-US" sz="2400" i="1" dirty="0" err="1">
                <a:solidFill>
                  <a:srgbClr val="00B0F0"/>
                </a:solidFill>
              </a:rPr>
              <a:t>está</a:t>
            </a:r>
            <a:r>
              <a:rPr lang="en-US" sz="2400" i="1" dirty="0">
                <a:solidFill>
                  <a:srgbClr val="00B0F0"/>
                </a:solidFill>
              </a:rPr>
              <a:t> </a:t>
            </a:r>
            <a:r>
              <a:rPr lang="en-US" sz="2400" i="1" dirty="0" err="1">
                <a:solidFill>
                  <a:srgbClr val="00B0F0"/>
                </a:solidFill>
              </a:rPr>
              <a:t>estragada</a:t>
            </a:r>
            <a:r>
              <a:rPr lang="en-US" sz="2400" dirty="0"/>
              <a:t>”</a:t>
            </a:r>
            <a:endParaRPr lang="pt-B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9796-5AF3-7523-CC7B-717316D1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23</a:t>
            </a:fld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956905-FAE3-A42B-67E9-B9F0E2810218}"/>
              </a:ext>
            </a:extLst>
          </p:cNvPr>
          <p:cNvGrpSpPr/>
          <p:nvPr/>
        </p:nvGrpSpPr>
        <p:grpSpPr>
          <a:xfrm>
            <a:off x="3012055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/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2"/>
                  <a:stretch>
                    <a:fillRect l="-568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F71BDD-D13C-9D7F-7624-95B1813A4F4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/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 l="-12500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7618B6D-2684-610E-E671-CD67ED5F309F}"/>
                </a:ext>
              </a:extLst>
            </p:cNvPr>
            <p:cNvCxnSpPr>
              <a:cxnSpLocks/>
              <a:stCxn id="8" idx="0"/>
              <a:endCxn id="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FAE9C2E-6156-38D9-838B-74CE6D185522}"/>
                </a:ext>
              </a:extLst>
            </p:cNvPr>
            <p:cNvCxnSpPr>
              <a:cxnSpLocks/>
              <a:stCxn id="9" idx="0"/>
              <a:endCxn id="1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B2C863E-B48D-B22F-1D59-DAA4CA6E2CC1}"/>
              </a:ext>
            </a:extLst>
          </p:cNvPr>
          <p:cNvSpPr txBox="1"/>
          <p:nvPr/>
        </p:nvSpPr>
        <p:spPr>
          <a:xfrm>
            <a:off x="2152790" y="5512284"/>
            <a:ext cx="150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Vetor</a:t>
            </a:r>
            <a:r>
              <a:rPr lang="en-US" sz="1400" dirty="0"/>
              <a:t> de Entrada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969493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4033-CAE4-3129-E938-734D01A0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Aplicando</a:t>
            </a:r>
            <a:r>
              <a:rPr lang="en-US" dirty="0"/>
              <a:t> MLP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sequenciais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80C3-71B5-2011-5D59-95470B02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77732" cy="4351338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9796-5AF3-7523-CC7B-717316D1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24</a:t>
            </a:fld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956905-FAE3-A42B-67E9-B9F0E2810218}"/>
              </a:ext>
            </a:extLst>
          </p:cNvPr>
          <p:cNvGrpSpPr/>
          <p:nvPr/>
        </p:nvGrpSpPr>
        <p:grpSpPr>
          <a:xfrm>
            <a:off x="3012055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F71BDD-D13C-9D7F-7624-95B1813A4F4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7618B6D-2684-610E-E671-CD67ED5F309F}"/>
                </a:ext>
              </a:extLst>
            </p:cNvPr>
            <p:cNvCxnSpPr>
              <a:cxnSpLocks/>
              <a:stCxn id="8" idx="0"/>
              <a:endCxn id="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FAE9C2E-6156-38D9-838B-74CE6D185522}"/>
                </a:ext>
              </a:extLst>
            </p:cNvPr>
            <p:cNvCxnSpPr>
              <a:cxnSpLocks/>
              <a:stCxn id="9" idx="0"/>
              <a:endCxn id="1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561E86F-7207-9323-B47C-5CFA22A23B2B}"/>
              </a:ext>
            </a:extLst>
          </p:cNvPr>
          <p:cNvSpPr txBox="1"/>
          <p:nvPr/>
        </p:nvSpPr>
        <p:spPr>
          <a:xfrm>
            <a:off x="3226528" y="5954998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Minha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C863E-B48D-B22F-1D59-DAA4CA6E2CC1}"/>
              </a:ext>
            </a:extLst>
          </p:cNvPr>
          <p:cNvSpPr txBox="1"/>
          <p:nvPr/>
        </p:nvSpPr>
        <p:spPr>
          <a:xfrm>
            <a:off x="2152790" y="5512284"/>
            <a:ext cx="150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Vetor</a:t>
            </a:r>
            <a:r>
              <a:rPr lang="en-US" sz="1400" dirty="0"/>
              <a:t> de Entrada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620927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4033-CAE4-3129-E938-734D01A0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Aplicando</a:t>
            </a:r>
            <a:r>
              <a:rPr lang="en-US" dirty="0"/>
              <a:t> MLP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sequenciais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80C3-71B5-2011-5D59-95470B02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77732" cy="4351338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9796-5AF3-7523-CC7B-717316D1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25</a:t>
            </a:fld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956905-FAE3-A42B-67E9-B9F0E2810218}"/>
              </a:ext>
            </a:extLst>
          </p:cNvPr>
          <p:cNvGrpSpPr/>
          <p:nvPr/>
        </p:nvGrpSpPr>
        <p:grpSpPr>
          <a:xfrm>
            <a:off x="3012055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F71BDD-D13C-9D7F-7624-95B1813A4F4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7618B6D-2684-610E-E671-CD67ED5F309F}"/>
                </a:ext>
              </a:extLst>
            </p:cNvPr>
            <p:cNvCxnSpPr>
              <a:cxnSpLocks/>
              <a:stCxn id="8" idx="0"/>
              <a:endCxn id="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FAE9C2E-6156-38D9-838B-74CE6D185522}"/>
                </a:ext>
              </a:extLst>
            </p:cNvPr>
            <p:cNvCxnSpPr>
              <a:cxnSpLocks/>
              <a:stCxn id="9" idx="0"/>
              <a:endCxn id="1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561E86F-7207-9323-B47C-5CFA22A23B2B}"/>
              </a:ext>
            </a:extLst>
          </p:cNvPr>
          <p:cNvSpPr txBox="1"/>
          <p:nvPr/>
        </p:nvSpPr>
        <p:spPr>
          <a:xfrm>
            <a:off x="3226528" y="5954998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Minha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C863E-B48D-B22F-1D59-DAA4CA6E2CC1}"/>
              </a:ext>
            </a:extLst>
          </p:cNvPr>
          <p:cNvSpPr txBox="1"/>
          <p:nvPr/>
        </p:nvSpPr>
        <p:spPr>
          <a:xfrm>
            <a:off x="2152790" y="5512284"/>
            <a:ext cx="150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Vetor</a:t>
            </a:r>
            <a:r>
              <a:rPr lang="en-US" sz="1400" dirty="0"/>
              <a:t> de Entrada</a:t>
            </a:r>
            <a:endParaRPr lang="pt-BR" sz="1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D4EF86F-1DBB-C377-327C-FCC547D90693}"/>
              </a:ext>
            </a:extLst>
          </p:cNvPr>
          <p:cNvGrpSpPr/>
          <p:nvPr/>
        </p:nvGrpSpPr>
        <p:grpSpPr>
          <a:xfrm>
            <a:off x="4601977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9772576-C60A-5F71-96B4-22EF93ED2572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5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AB76BC4-6746-650E-B481-B0055B07A6C8}"/>
                </a:ext>
              </a:extLst>
            </p:cNvPr>
            <p:cNvCxnSpPr>
              <a:cxnSpLocks/>
              <a:stCxn id="12" idx="0"/>
              <a:endCxn id="15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D6A2959-0346-BCB8-6938-0A53BC31A076}"/>
                </a:ext>
              </a:extLst>
            </p:cNvPr>
            <p:cNvCxnSpPr>
              <a:cxnSpLocks/>
              <a:stCxn id="15" idx="0"/>
              <a:endCxn id="16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DC02C35-44D0-A068-302C-2BD9DB2A2800}"/>
              </a:ext>
            </a:extLst>
          </p:cNvPr>
          <p:cNvSpPr txBox="1"/>
          <p:nvPr/>
        </p:nvSpPr>
        <p:spPr>
          <a:xfrm>
            <a:off x="4816450" y="5954998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laranja</a:t>
            </a:r>
            <a:endParaRPr lang="pt-BR" sz="2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55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4033-CAE4-3129-E938-734D01A0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Aplicando</a:t>
            </a:r>
            <a:r>
              <a:rPr lang="en-US" dirty="0"/>
              <a:t> MLP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sequenciais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80C3-71B5-2011-5D59-95470B02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77732" cy="4351338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9796-5AF3-7523-CC7B-717316D1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26</a:t>
            </a:fld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956905-FAE3-A42B-67E9-B9F0E2810218}"/>
              </a:ext>
            </a:extLst>
          </p:cNvPr>
          <p:cNvGrpSpPr/>
          <p:nvPr/>
        </p:nvGrpSpPr>
        <p:grpSpPr>
          <a:xfrm>
            <a:off x="3012055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F71BDD-D13C-9D7F-7624-95B1813A4F4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7618B6D-2684-610E-E671-CD67ED5F309F}"/>
                </a:ext>
              </a:extLst>
            </p:cNvPr>
            <p:cNvCxnSpPr>
              <a:cxnSpLocks/>
              <a:stCxn id="8" idx="0"/>
              <a:endCxn id="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FAE9C2E-6156-38D9-838B-74CE6D185522}"/>
                </a:ext>
              </a:extLst>
            </p:cNvPr>
            <p:cNvCxnSpPr>
              <a:cxnSpLocks/>
              <a:stCxn id="9" idx="0"/>
              <a:endCxn id="1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561E86F-7207-9323-B47C-5CFA22A23B2B}"/>
              </a:ext>
            </a:extLst>
          </p:cNvPr>
          <p:cNvSpPr txBox="1"/>
          <p:nvPr/>
        </p:nvSpPr>
        <p:spPr>
          <a:xfrm>
            <a:off x="3226528" y="5954998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Minha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C863E-B48D-B22F-1D59-DAA4CA6E2CC1}"/>
              </a:ext>
            </a:extLst>
          </p:cNvPr>
          <p:cNvSpPr txBox="1"/>
          <p:nvPr/>
        </p:nvSpPr>
        <p:spPr>
          <a:xfrm>
            <a:off x="2152790" y="5512284"/>
            <a:ext cx="150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Vetor</a:t>
            </a:r>
            <a:r>
              <a:rPr lang="en-US" sz="1400" dirty="0"/>
              <a:t> de Entrada</a:t>
            </a:r>
            <a:endParaRPr lang="pt-BR" sz="1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D4EF86F-1DBB-C377-327C-FCC547D90693}"/>
              </a:ext>
            </a:extLst>
          </p:cNvPr>
          <p:cNvGrpSpPr/>
          <p:nvPr/>
        </p:nvGrpSpPr>
        <p:grpSpPr>
          <a:xfrm>
            <a:off x="4601977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9772576-C60A-5F71-96B4-22EF93ED2572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5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AB76BC4-6746-650E-B481-B0055B07A6C8}"/>
                </a:ext>
              </a:extLst>
            </p:cNvPr>
            <p:cNvCxnSpPr>
              <a:cxnSpLocks/>
              <a:stCxn id="12" idx="0"/>
              <a:endCxn id="15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D6A2959-0346-BCB8-6938-0A53BC31A076}"/>
                </a:ext>
              </a:extLst>
            </p:cNvPr>
            <p:cNvCxnSpPr>
              <a:cxnSpLocks/>
              <a:stCxn id="15" idx="0"/>
              <a:endCxn id="16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DC02C35-44D0-A068-302C-2BD9DB2A2800}"/>
              </a:ext>
            </a:extLst>
          </p:cNvPr>
          <p:cNvSpPr txBox="1"/>
          <p:nvPr/>
        </p:nvSpPr>
        <p:spPr>
          <a:xfrm>
            <a:off x="4816450" y="5954998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laranja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16E33D2-A481-428B-9FA1-82EEF54D2CE3}"/>
              </a:ext>
            </a:extLst>
          </p:cNvPr>
          <p:cNvGrpSpPr/>
          <p:nvPr/>
        </p:nvGrpSpPr>
        <p:grpSpPr>
          <a:xfrm>
            <a:off x="6204820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8F2B5CF-3875-AE7B-C8BB-7F0F1E656F45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7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A0B8BC6-D720-CC6B-0F32-3675C7E7D44B}"/>
                </a:ext>
              </a:extLst>
            </p:cNvPr>
            <p:cNvCxnSpPr>
              <a:cxnSpLocks/>
              <a:stCxn id="21" idx="0"/>
              <a:endCxn id="22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139AAF-04BE-C58C-983E-11F0FA0E823E}"/>
                </a:ext>
              </a:extLst>
            </p:cNvPr>
            <p:cNvCxnSpPr>
              <a:cxnSpLocks/>
              <a:stCxn id="22" idx="0"/>
              <a:endCxn id="23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A101C39-6F96-DA77-AFE4-46FCECB99E0C}"/>
              </a:ext>
            </a:extLst>
          </p:cNvPr>
          <p:cNvSpPr txBox="1"/>
          <p:nvPr/>
        </p:nvSpPr>
        <p:spPr>
          <a:xfrm>
            <a:off x="6419293" y="5954998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está</a:t>
            </a:r>
            <a:endParaRPr lang="pt-BR" sz="2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06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4033-CAE4-3129-E938-734D01A0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Aplicando</a:t>
            </a:r>
            <a:r>
              <a:rPr lang="en-US" dirty="0"/>
              <a:t> MLP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sequenciais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80C3-71B5-2011-5D59-95470B02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77732" cy="4351338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9796-5AF3-7523-CC7B-717316D1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27</a:t>
            </a:fld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956905-FAE3-A42B-67E9-B9F0E2810218}"/>
              </a:ext>
            </a:extLst>
          </p:cNvPr>
          <p:cNvGrpSpPr/>
          <p:nvPr/>
        </p:nvGrpSpPr>
        <p:grpSpPr>
          <a:xfrm>
            <a:off x="3012055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F71BDD-D13C-9D7F-7624-95B1813A4F4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7618B6D-2684-610E-E671-CD67ED5F309F}"/>
                </a:ext>
              </a:extLst>
            </p:cNvPr>
            <p:cNvCxnSpPr>
              <a:cxnSpLocks/>
              <a:stCxn id="8" idx="0"/>
              <a:endCxn id="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FAE9C2E-6156-38D9-838B-74CE6D185522}"/>
                </a:ext>
              </a:extLst>
            </p:cNvPr>
            <p:cNvCxnSpPr>
              <a:cxnSpLocks/>
              <a:stCxn id="9" idx="0"/>
              <a:endCxn id="1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561E86F-7207-9323-B47C-5CFA22A23B2B}"/>
              </a:ext>
            </a:extLst>
          </p:cNvPr>
          <p:cNvSpPr txBox="1"/>
          <p:nvPr/>
        </p:nvSpPr>
        <p:spPr>
          <a:xfrm>
            <a:off x="3226528" y="5954998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Minha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C863E-B48D-B22F-1D59-DAA4CA6E2CC1}"/>
              </a:ext>
            </a:extLst>
          </p:cNvPr>
          <p:cNvSpPr txBox="1"/>
          <p:nvPr/>
        </p:nvSpPr>
        <p:spPr>
          <a:xfrm>
            <a:off x="2152790" y="5512284"/>
            <a:ext cx="150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Vetor</a:t>
            </a:r>
            <a:r>
              <a:rPr lang="en-US" sz="1400" dirty="0"/>
              <a:t> de Entrada</a:t>
            </a:r>
            <a:endParaRPr lang="pt-BR" sz="1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D4EF86F-1DBB-C377-327C-FCC547D90693}"/>
              </a:ext>
            </a:extLst>
          </p:cNvPr>
          <p:cNvGrpSpPr/>
          <p:nvPr/>
        </p:nvGrpSpPr>
        <p:grpSpPr>
          <a:xfrm>
            <a:off x="4601977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9772576-C60A-5F71-96B4-22EF93ED2572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5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AB76BC4-6746-650E-B481-B0055B07A6C8}"/>
                </a:ext>
              </a:extLst>
            </p:cNvPr>
            <p:cNvCxnSpPr>
              <a:cxnSpLocks/>
              <a:stCxn id="12" idx="0"/>
              <a:endCxn id="15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D6A2959-0346-BCB8-6938-0A53BC31A076}"/>
                </a:ext>
              </a:extLst>
            </p:cNvPr>
            <p:cNvCxnSpPr>
              <a:cxnSpLocks/>
              <a:stCxn id="15" idx="0"/>
              <a:endCxn id="16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DC02C35-44D0-A068-302C-2BD9DB2A2800}"/>
              </a:ext>
            </a:extLst>
          </p:cNvPr>
          <p:cNvSpPr txBox="1"/>
          <p:nvPr/>
        </p:nvSpPr>
        <p:spPr>
          <a:xfrm>
            <a:off x="4816450" y="5954998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laranja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16E33D2-A481-428B-9FA1-82EEF54D2CE3}"/>
              </a:ext>
            </a:extLst>
          </p:cNvPr>
          <p:cNvGrpSpPr/>
          <p:nvPr/>
        </p:nvGrpSpPr>
        <p:grpSpPr>
          <a:xfrm>
            <a:off x="6204820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8F2B5CF-3875-AE7B-C8BB-7F0F1E656F45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7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A0B8BC6-D720-CC6B-0F32-3675C7E7D44B}"/>
                </a:ext>
              </a:extLst>
            </p:cNvPr>
            <p:cNvCxnSpPr>
              <a:cxnSpLocks/>
              <a:stCxn id="21" idx="0"/>
              <a:endCxn id="22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139AAF-04BE-C58C-983E-11F0FA0E823E}"/>
                </a:ext>
              </a:extLst>
            </p:cNvPr>
            <p:cNvCxnSpPr>
              <a:cxnSpLocks/>
              <a:stCxn id="22" idx="0"/>
              <a:endCxn id="23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A101C39-6F96-DA77-AFE4-46FCECB99E0C}"/>
              </a:ext>
            </a:extLst>
          </p:cNvPr>
          <p:cNvSpPr txBox="1"/>
          <p:nvPr/>
        </p:nvSpPr>
        <p:spPr>
          <a:xfrm>
            <a:off x="6419293" y="5954998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está</a:t>
            </a:r>
            <a:endParaRPr lang="pt-BR" sz="2000" b="1" dirty="0">
              <a:solidFill>
                <a:srgbClr val="00B0F0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44B82E7-A2FC-ABBE-7E3A-887EFED1A1FE}"/>
              </a:ext>
            </a:extLst>
          </p:cNvPr>
          <p:cNvGrpSpPr/>
          <p:nvPr/>
        </p:nvGrpSpPr>
        <p:grpSpPr>
          <a:xfrm>
            <a:off x="7804030" y="2986090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Elipse 23">
                  <a:extLst>
                    <a:ext uri="{FF2B5EF4-FFF2-40B4-BE49-F238E27FC236}">
                      <a16:creationId xmlns:a16="http://schemas.microsoft.com/office/drawing/2014/main" id="{DA200414-967A-A43A-490D-400DCA24A380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8" name="Elipse 23">
                  <a:extLst>
                    <a:ext uri="{FF2B5EF4-FFF2-40B4-BE49-F238E27FC236}">
                      <a16:creationId xmlns:a16="http://schemas.microsoft.com/office/drawing/2014/main" id="{DA200414-967A-A43A-490D-400DCA24A3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37920B0A-A37D-AA38-EC84-9F9F3964277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Elipse 23">
                  <a:extLst>
                    <a:ext uri="{FF2B5EF4-FFF2-40B4-BE49-F238E27FC236}">
                      <a16:creationId xmlns:a16="http://schemas.microsoft.com/office/drawing/2014/main" id="{6FEA5B52-D3D6-768B-DBA3-410450BF3328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0" name="Elipse 23">
                  <a:extLst>
                    <a:ext uri="{FF2B5EF4-FFF2-40B4-BE49-F238E27FC236}">
                      <a16:creationId xmlns:a16="http://schemas.microsoft.com/office/drawing/2014/main" id="{6FEA5B52-D3D6-768B-DBA3-410450BF33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9"/>
                  <a:stretch>
                    <a:fillRect l="-5747" b="-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0D35AE9-64BF-B9ED-53BA-7B18A9BA1DCC}"/>
                </a:ext>
              </a:extLst>
            </p:cNvPr>
            <p:cNvCxnSpPr>
              <a:cxnSpLocks/>
              <a:stCxn id="28" idx="0"/>
              <a:endCxn id="2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46F4E1A-2F06-5E3C-7313-D39819C75448}"/>
                </a:ext>
              </a:extLst>
            </p:cNvPr>
            <p:cNvCxnSpPr>
              <a:cxnSpLocks/>
              <a:stCxn id="29" idx="0"/>
              <a:endCxn id="3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AC4B73F-C25F-275B-3E12-7079802A7F57}"/>
              </a:ext>
            </a:extLst>
          </p:cNvPr>
          <p:cNvSpPr txBox="1"/>
          <p:nvPr/>
        </p:nvSpPr>
        <p:spPr>
          <a:xfrm>
            <a:off x="8018502" y="5956240"/>
            <a:ext cx="1289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estragada</a:t>
            </a:r>
            <a:endParaRPr lang="pt-BR" sz="2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470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4033-CAE4-3129-E938-734D01A0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Aplicando</a:t>
            </a:r>
            <a:r>
              <a:rPr lang="en-US" dirty="0"/>
              <a:t> MLP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sequenciais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80C3-71B5-2011-5D59-95470B02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77732" cy="4351338"/>
          </a:xfrm>
        </p:spPr>
        <p:txBody>
          <a:bodyPr/>
          <a:lstStyle/>
          <a:p>
            <a:r>
              <a:rPr lang="pt-BR" dirty="0"/>
              <a:t>Qual problema dessa abordagem?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9796-5AF3-7523-CC7B-717316D1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28</a:t>
            </a:fld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956905-FAE3-A42B-67E9-B9F0E2810218}"/>
              </a:ext>
            </a:extLst>
          </p:cNvPr>
          <p:cNvGrpSpPr/>
          <p:nvPr/>
        </p:nvGrpSpPr>
        <p:grpSpPr>
          <a:xfrm>
            <a:off x="3012055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F71BDD-D13C-9D7F-7624-95B1813A4F4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7618B6D-2684-610E-E671-CD67ED5F309F}"/>
                </a:ext>
              </a:extLst>
            </p:cNvPr>
            <p:cNvCxnSpPr>
              <a:cxnSpLocks/>
              <a:stCxn id="8" idx="0"/>
              <a:endCxn id="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FAE9C2E-6156-38D9-838B-74CE6D185522}"/>
                </a:ext>
              </a:extLst>
            </p:cNvPr>
            <p:cNvCxnSpPr>
              <a:cxnSpLocks/>
              <a:stCxn id="9" idx="0"/>
              <a:endCxn id="1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561E86F-7207-9323-B47C-5CFA22A23B2B}"/>
              </a:ext>
            </a:extLst>
          </p:cNvPr>
          <p:cNvSpPr txBox="1"/>
          <p:nvPr/>
        </p:nvSpPr>
        <p:spPr>
          <a:xfrm>
            <a:off x="3226528" y="5954998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Minha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C863E-B48D-B22F-1D59-DAA4CA6E2CC1}"/>
              </a:ext>
            </a:extLst>
          </p:cNvPr>
          <p:cNvSpPr txBox="1"/>
          <p:nvPr/>
        </p:nvSpPr>
        <p:spPr>
          <a:xfrm>
            <a:off x="2152790" y="5512284"/>
            <a:ext cx="150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Vetor</a:t>
            </a:r>
            <a:r>
              <a:rPr lang="en-US" sz="1400" dirty="0"/>
              <a:t> de Entrada</a:t>
            </a:r>
            <a:endParaRPr lang="pt-BR" sz="1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D4EF86F-1DBB-C377-327C-FCC547D90693}"/>
              </a:ext>
            </a:extLst>
          </p:cNvPr>
          <p:cNvGrpSpPr/>
          <p:nvPr/>
        </p:nvGrpSpPr>
        <p:grpSpPr>
          <a:xfrm>
            <a:off x="4601977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9772576-C60A-5F71-96B4-22EF93ED2572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5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AB76BC4-6746-650E-B481-B0055B07A6C8}"/>
                </a:ext>
              </a:extLst>
            </p:cNvPr>
            <p:cNvCxnSpPr>
              <a:cxnSpLocks/>
              <a:stCxn id="12" idx="0"/>
              <a:endCxn id="15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D6A2959-0346-BCB8-6938-0A53BC31A076}"/>
                </a:ext>
              </a:extLst>
            </p:cNvPr>
            <p:cNvCxnSpPr>
              <a:cxnSpLocks/>
              <a:stCxn id="15" idx="0"/>
              <a:endCxn id="16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DC02C35-44D0-A068-302C-2BD9DB2A2800}"/>
              </a:ext>
            </a:extLst>
          </p:cNvPr>
          <p:cNvSpPr txBox="1"/>
          <p:nvPr/>
        </p:nvSpPr>
        <p:spPr>
          <a:xfrm>
            <a:off x="4816450" y="5954998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laranja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16E33D2-A481-428B-9FA1-82EEF54D2CE3}"/>
              </a:ext>
            </a:extLst>
          </p:cNvPr>
          <p:cNvGrpSpPr/>
          <p:nvPr/>
        </p:nvGrpSpPr>
        <p:grpSpPr>
          <a:xfrm>
            <a:off x="6204820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8F2B5CF-3875-AE7B-C8BB-7F0F1E656F45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7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A0B8BC6-D720-CC6B-0F32-3675C7E7D44B}"/>
                </a:ext>
              </a:extLst>
            </p:cNvPr>
            <p:cNvCxnSpPr>
              <a:cxnSpLocks/>
              <a:stCxn id="21" idx="0"/>
              <a:endCxn id="22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139AAF-04BE-C58C-983E-11F0FA0E823E}"/>
                </a:ext>
              </a:extLst>
            </p:cNvPr>
            <p:cNvCxnSpPr>
              <a:cxnSpLocks/>
              <a:stCxn id="22" idx="0"/>
              <a:endCxn id="23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A101C39-6F96-DA77-AFE4-46FCECB99E0C}"/>
              </a:ext>
            </a:extLst>
          </p:cNvPr>
          <p:cNvSpPr txBox="1"/>
          <p:nvPr/>
        </p:nvSpPr>
        <p:spPr>
          <a:xfrm>
            <a:off x="6419293" y="5954998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está</a:t>
            </a:r>
            <a:endParaRPr lang="pt-BR" sz="2000" b="1" dirty="0">
              <a:solidFill>
                <a:srgbClr val="00B0F0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44B82E7-A2FC-ABBE-7E3A-887EFED1A1FE}"/>
              </a:ext>
            </a:extLst>
          </p:cNvPr>
          <p:cNvGrpSpPr/>
          <p:nvPr/>
        </p:nvGrpSpPr>
        <p:grpSpPr>
          <a:xfrm>
            <a:off x="7804030" y="2986090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Elipse 23">
                  <a:extLst>
                    <a:ext uri="{FF2B5EF4-FFF2-40B4-BE49-F238E27FC236}">
                      <a16:creationId xmlns:a16="http://schemas.microsoft.com/office/drawing/2014/main" id="{DA200414-967A-A43A-490D-400DCA24A380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8" name="Elipse 23">
                  <a:extLst>
                    <a:ext uri="{FF2B5EF4-FFF2-40B4-BE49-F238E27FC236}">
                      <a16:creationId xmlns:a16="http://schemas.microsoft.com/office/drawing/2014/main" id="{DA200414-967A-A43A-490D-400DCA24A3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37920B0A-A37D-AA38-EC84-9F9F3964277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Elipse 23">
                  <a:extLst>
                    <a:ext uri="{FF2B5EF4-FFF2-40B4-BE49-F238E27FC236}">
                      <a16:creationId xmlns:a16="http://schemas.microsoft.com/office/drawing/2014/main" id="{6FEA5B52-D3D6-768B-DBA3-410450BF3328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0" name="Elipse 23">
                  <a:extLst>
                    <a:ext uri="{FF2B5EF4-FFF2-40B4-BE49-F238E27FC236}">
                      <a16:creationId xmlns:a16="http://schemas.microsoft.com/office/drawing/2014/main" id="{6FEA5B52-D3D6-768B-DBA3-410450BF33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9"/>
                  <a:stretch>
                    <a:fillRect l="-5747" b="-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0D35AE9-64BF-B9ED-53BA-7B18A9BA1DCC}"/>
                </a:ext>
              </a:extLst>
            </p:cNvPr>
            <p:cNvCxnSpPr>
              <a:cxnSpLocks/>
              <a:stCxn id="28" idx="0"/>
              <a:endCxn id="2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46F4E1A-2F06-5E3C-7313-D39819C75448}"/>
                </a:ext>
              </a:extLst>
            </p:cNvPr>
            <p:cNvCxnSpPr>
              <a:cxnSpLocks/>
              <a:stCxn id="29" idx="0"/>
              <a:endCxn id="3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AC4B73F-C25F-275B-3E12-7079802A7F57}"/>
              </a:ext>
            </a:extLst>
          </p:cNvPr>
          <p:cNvSpPr txBox="1"/>
          <p:nvPr/>
        </p:nvSpPr>
        <p:spPr>
          <a:xfrm>
            <a:off x="8018502" y="5956240"/>
            <a:ext cx="1289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estragada</a:t>
            </a:r>
            <a:endParaRPr lang="pt-BR" sz="2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71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4033-CAE4-3129-E938-734D01A0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Aplicando</a:t>
            </a:r>
            <a:r>
              <a:rPr lang="en-US" dirty="0"/>
              <a:t> MLP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sequenciais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80C3-71B5-2011-5D59-95470B02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77732" cy="4351338"/>
          </a:xfrm>
        </p:spPr>
        <p:txBody>
          <a:bodyPr/>
          <a:lstStyle/>
          <a:p>
            <a:r>
              <a:rPr lang="pt-BR" dirty="0"/>
              <a:t>Qual problema dessa abordagem?</a:t>
            </a:r>
          </a:p>
          <a:p>
            <a:pPr lvl="1"/>
            <a:r>
              <a:rPr lang="pt-BR" sz="2000" dirty="0">
                <a:solidFill>
                  <a:srgbClr val="FF0000"/>
                </a:solidFill>
              </a:rPr>
              <a:t>O processamento de cada entrada da sequência é individual e não leva em conta o restante da sequência. Não há memória </a:t>
            </a:r>
            <a:r>
              <a:rPr lang="pt-BR" sz="2000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pt-BR" sz="2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9796-5AF3-7523-CC7B-717316D1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29</a:t>
            </a:fld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956905-FAE3-A42B-67E9-B9F0E2810218}"/>
              </a:ext>
            </a:extLst>
          </p:cNvPr>
          <p:cNvGrpSpPr/>
          <p:nvPr/>
        </p:nvGrpSpPr>
        <p:grpSpPr>
          <a:xfrm>
            <a:off x="3012055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F71BDD-D13C-9D7F-7624-95B1813A4F4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7618B6D-2684-610E-E671-CD67ED5F309F}"/>
                </a:ext>
              </a:extLst>
            </p:cNvPr>
            <p:cNvCxnSpPr>
              <a:cxnSpLocks/>
              <a:stCxn id="8" idx="0"/>
              <a:endCxn id="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FAE9C2E-6156-38D9-838B-74CE6D185522}"/>
                </a:ext>
              </a:extLst>
            </p:cNvPr>
            <p:cNvCxnSpPr>
              <a:cxnSpLocks/>
              <a:stCxn id="9" idx="0"/>
              <a:endCxn id="1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561E86F-7207-9323-B47C-5CFA22A23B2B}"/>
              </a:ext>
            </a:extLst>
          </p:cNvPr>
          <p:cNvSpPr txBox="1"/>
          <p:nvPr/>
        </p:nvSpPr>
        <p:spPr>
          <a:xfrm>
            <a:off x="3226528" y="5954998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Minha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C863E-B48D-B22F-1D59-DAA4CA6E2CC1}"/>
              </a:ext>
            </a:extLst>
          </p:cNvPr>
          <p:cNvSpPr txBox="1"/>
          <p:nvPr/>
        </p:nvSpPr>
        <p:spPr>
          <a:xfrm>
            <a:off x="2152790" y="5512284"/>
            <a:ext cx="150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Vetor</a:t>
            </a:r>
            <a:r>
              <a:rPr lang="en-US" sz="1400" dirty="0"/>
              <a:t> de Entrada</a:t>
            </a:r>
            <a:endParaRPr lang="pt-BR" sz="1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D4EF86F-1DBB-C377-327C-FCC547D90693}"/>
              </a:ext>
            </a:extLst>
          </p:cNvPr>
          <p:cNvGrpSpPr/>
          <p:nvPr/>
        </p:nvGrpSpPr>
        <p:grpSpPr>
          <a:xfrm>
            <a:off x="4601977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9772576-C60A-5F71-96B4-22EF93ED2572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5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AB76BC4-6746-650E-B481-B0055B07A6C8}"/>
                </a:ext>
              </a:extLst>
            </p:cNvPr>
            <p:cNvCxnSpPr>
              <a:cxnSpLocks/>
              <a:stCxn id="12" idx="0"/>
              <a:endCxn id="15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D6A2959-0346-BCB8-6938-0A53BC31A076}"/>
                </a:ext>
              </a:extLst>
            </p:cNvPr>
            <p:cNvCxnSpPr>
              <a:cxnSpLocks/>
              <a:stCxn id="15" idx="0"/>
              <a:endCxn id="16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DC02C35-44D0-A068-302C-2BD9DB2A2800}"/>
              </a:ext>
            </a:extLst>
          </p:cNvPr>
          <p:cNvSpPr txBox="1"/>
          <p:nvPr/>
        </p:nvSpPr>
        <p:spPr>
          <a:xfrm>
            <a:off x="4816450" y="5954998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laranja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16E33D2-A481-428B-9FA1-82EEF54D2CE3}"/>
              </a:ext>
            </a:extLst>
          </p:cNvPr>
          <p:cNvGrpSpPr/>
          <p:nvPr/>
        </p:nvGrpSpPr>
        <p:grpSpPr>
          <a:xfrm>
            <a:off x="6204820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8F2B5CF-3875-AE7B-C8BB-7F0F1E656F45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7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A0B8BC6-D720-CC6B-0F32-3675C7E7D44B}"/>
                </a:ext>
              </a:extLst>
            </p:cNvPr>
            <p:cNvCxnSpPr>
              <a:cxnSpLocks/>
              <a:stCxn id="21" idx="0"/>
              <a:endCxn id="22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139AAF-04BE-C58C-983E-11F0FA0E823E}"/>
                </a:ext>
              </a:extLst>
            </p:cNvPr>
            <p:cNvCxnSpPr>
              <a:cxnSpLocks/>
              <a:stCxn id="22" idx="0"/>
              <a:endCxn id="23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A101C39-6F96-DA77-AFE4-46FCECB99E0C}"/>
              </a:ext>
            </a:extLst>
          </p:cNvPr>
          <p:cNvSpPr txBox="1"/>
          <p:nvPr/>
        </p:nvSpPr>
        <p:spPr>
          <a:xfrm>
            <a:off x="6419293" y="5954998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está</a:t>
            </a:r>
            <a:endParaRPr lang="pt-BR" sz="2000" b="1" dirty="0">
              <a:solidFill>
                <a:srgbClr val="00B0F0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44B82E7-A2FC-ABBE-7E3A-887EFED1A1FE}"/>
              </a:ext>
            </a:extLst>
          </p:cNvPr>
          <p:cNvGrpSpPr/>
          <p:nvPr/>
        </p:nvGrpSpPr>
        <p:grpSpPr>
          <a:xfrm>
            <a:off x="7804030" y="2986090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Elipse 23">
                  <a:extLst>
                    <a:ext uri="{FF2B5EF4-FFF2-40B4-BE49-F238E27FC236}">
                      <a16:creationId xmlns:a16="http://schemas.microsoft.com/office/drawing/2014/main" id="{DA200414-967A-A43A-490D-400DCA24A380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8" name="Elipse 23">
                  <a:extLst>
                    <a:ext uri="{FF2B5EF4-FFF2-40B4-BE49-F238E27FC236}">
                      <a16:creationId xmlns:a16="http://schemas.microsoft.com/office/drawing/2014/main" id="{DA200414-967A-A43A-490D-400DCA24A3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37920B0A-A37D-AA38-EC84-9F9F3964277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Elipse 23">
                  <a:extLst>
                    <a:ext uri="{FF2B5EF4-FFF2-40B4-BE49-F238E27FC236}">
                      <a16:creationId xmlns:a16="http://schemas.microsoft.com/office/drawing/2014/main" id="{6FEA5B52-D3D6-768B-DBA3-410450BF3328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0" name="Elipse 23">
                  <a:extLst>
                    <a:ext uri="{FF2B5EF4-FFF2-40B4-BE49-F238E27FC236}">
                      <a16:creationId xmlns:a16="http://schemas.microsoft.com/office/drawing/2014/main" id="{6FEA5B52-D3D6-768B-DBA3-410450BF33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9"/>
                  <a:stretch>
                    <a:fillRect l="-5747" b="-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0D35AE9-64BF-B9ED-53BA-7B18A9BA1DCC}"/>
                </a:ext>
              </a:extLst>
            </p:cNvPr>
            <p:cNvCxnSpPr>
              <a:cxnSpLocks/>
              <a:stCxn id="28" idx="0"/>
              <a:endCxn id="2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46F4E1A-2F06-5E3C-7313-D39819C75448}"/>
                </a:ext>
              </a:extLst>
            </p:cNvPr>
            <p:cNvCxnSpPr>
              <a:cxnSpLocks/>
              <a:stCxn id="29" idx="0"/>
              <a:endCxn id="3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AC4B73F-C25F-275B-3E12-7079802A7F57}"/>
              </a:ext>
            </a:extLst>
          </p:cNvPr>
          <p:cNvSpPr txBox="1"/>
          <p:nvPr/>
        </p:nvSpPr>
        <p:spPr>
          <a:xfrm>
            <a:off x="8018502" y="5956240"/>
            <a:ext cx="1289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estragada</a:t>
            </a:r>
            <a:endParaRPr lang="pt-BR" sz="2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461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4033-CAE4-3129-E938-734D01A0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Aplicando</a:t>
            </a:r>
            <a:r>
              <a:rPr lang="en-US" dirty="0"/>
              <a:t> MLP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sequenciais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6480C3-71B5-2011-5D59-95470B02B1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177732" cy="4351338"/>
              </a:xfrm>
            </p:spPr>
            <p:txBody>
              <a:bodyPr/>
              <a:lstStyle/>
              <a:p>
                <a:r>
                  <a:rPr lang="pt-BR" dirty="0"/>
                  <a:t>Solução</a:t>
                </a:r>
              </a:p>
              <a:p>
                <a:pPr lvl="1"/>
                <a:r>
                  <a:rPr lang="pt-BR" sz="1800" dirty="0"/>
                  <a:t>Além da entrada no instante atual, vamos usar também alguma informação do instante anterior</a:t>
                </a:r>
              </a:p>
              <a:p>
                <a:pPr lvl="1"/>
                <a:r>
                  <a:rPr lang="pt-BR" sz="1800" dirty="0"/>
                  <a:t>Chamamos essa informação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pt-BR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6480C3-71B5-2011-5D59-95470B02B1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177732" cy="4351338"/>
              </a:xfrm>
              <a:blipFill>
                <a:blip r:embed="rId2"/>
                <a:stretch>
                  <a:fillRect l="-1078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9796-5AF3-7523-CC7B-717316D1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30</a:t>
            </a:fld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956905-FAE3-A42B-67E9-B9F0E2810218}"/>
              </a:ext>
            </a:extLst>
          </p:cNvPr>
          <p:cNvGrpSpPr/>
          <p:nvPr/>
        </p:nvGrpSpPr>
        <p:grpSpPr>
          <a:xfrm>
            <a:off x="2408211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F71BDD-D13C-9D7F-7624-95B1813A4F4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4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7618B6D-2684-610E-E671-CD67ED5F309F}"/>
                </a:ext>
              </a:extLst>
            </p:cNvPr>
            <p:cNvCxnSpPr>
              <a:cxnSpLocks/>
              <a:stCxn id="8" idx="0"/>
              <a:endCxn id="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FAE9C2E-6156-38D9-838B-74CE6D185522}"/>
                </a:ext>
              </a:extLst>
            </p:cNvPr>
            <p:cNvCxnSpPr>
              <a:cxnSpLocks/>
              <a:stCxn id="9" idx="0"/>
              <a:endCxn id="1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561E86F-7207-9323-B47C-5CFA22A23B2B}"/>
              </a:ext>
            </a:extLst>
          </p:cNvPr>
          <p:cNvSpPr txBox="1"/>
          <p:nvPr/>
        </p:nvSpPr>
        <p:spPr>
          <a:xfrm>
            <a:off x="2622684" y="5954998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Minha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C863E-B48D-B22F-1D59-DAA4CA6E2CC1}"/>
              </a:ext>
            </a:extLst>
          </p:cNvPr>
          <p:cNvSpPr txBox="1"/>
          <p:nvPr/>
        </p:nvSpPr>
        <p:spPr>
          <a:xfrm>
            <a:off x="1548946" y="5512284"/>
            <a:ext cx="150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Vetor</a:t>
            </a:r>
            <a:r>
              <a:rPr lang="en-US" sz="1400" dirty="0"/>
              <a:t> de Entrada</a:t>
            </a:r>
            <a:endParaRPr lang="pt-BR" sz="1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D4EF86F-1DBB-C377-327C-FCC547D90693}"/>
              </a:ext>
            </a:extLst>
          </p:cNvPr>
          <p:cNvGrpSpPr/>
          <p:nvPr/>
        </p:nvGrpSpPr>
        <p:grpSpPr>
          <a:xfrm>
            <a:off x="4321836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9772576-C60A-5F71-96B4-22EF93ED2572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6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AB76BC4-6746-650E-B481-B0055B07A6C8}"/>
                </a:ext>
              </a:extLst>
            </p:cNvPr>
            <p:cNvCxnSpPr>
              <a:cxnSpLocks/>
              <a:stCxn id="12" idx="0"/>
              <a:endCxn id="15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D6A2959-0346-BCB8-6938-0A53BC31A076}"/>
                </a:ext>
              </a:extLst>
            </p:cNvPr>
            <p:cNvCxnSpPr>
              <a:cxnSpLocks/>
              <a:stCxn id="15" idx="0"/>
              <a:endCxn id="16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DC02C35-44D0-A068-302C-2BD9DB2A2800}"/>
              </a:ext>
            </a:extLst>
          </p:cNvPr>
          <p:cNvSpPr txBox="1"/>
          <p:nvPr/>
        </p:nvSpPr>
        <p:spPr>
          <a:xfrm>
            <a:off x="4531765" y="5976908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laranja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16E33D2-A481-428B-9FA1-82EEF54D2CE3}"/>
              </a:ext>
            </a:extLst>
          </p:cNvPr>
          <p:cNvGrpSpPr/>
          <p:nvPr/>
        </p:nvGrpSpPr>
        <p:grpSpPr>
          <a:xfrm>
            <a:off x="6235461" y="2984848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8F2B5CF-3875-AE7B-C8BB-7F0F1E656F45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8"/>
                  <a:stretch>
                    <a:fillRect l="-4545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A0B8BC6-D720-CC6B-0F32-3675C7E7D44B}"/>
                </a:ext>
              </a:extLst>
            </p:cNvPr>
            <p:cNvCxnSpPr>
              <a:cxnSpLocks/>
              <a:stCxn id="21" idx="0"/>
              <a:endCxn id="22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139AAF-04BE-C58C-983E-11F0FA0E823E}"/>
                </a:ext>
              </a:extLst>
            </p:cNvPr>
            <p:cNvCxnSpPr>
              <a:cxnSpLocks/>
              <a:stCxn id="22" idx="0"/>
              <a:endCxn id="23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A101C39-6F96-DA77-AFE4-46FCECB99E0C}"/>
              </a:ext>
            </a:extLst>
          </p:cNvPr>
          <p:cNvSpPr txBox="1"/>
          <p:nvPr/>
        </p:nvSpPr>
        <p:spPr>
          <a:xfrm>
            <a:off x="6572174" y="5954998"/>
            <a:ext cx="624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está</a:t>
            </a:r>
            <a:endParaRPr lang="pt-BR" sz="2000" b="1" dirty="0">
              <a:solidFill>
                <a:srgbClr val="00B0F0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44B82E7-A2FC-ABBE-7E3A-887EFED1A1FE}"/>
              </a:ext>
            </a:extLst>
          </p:cNvPr>
          <p:cNvGrpSpPr/>
          <p:nvPr/>
        </p:nvGrpSpPr>
        <p:grpSpPr>
          <a:xfrm>
            <a:off x="8149086" y="2986090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Elipse 23">
                  <a:extLst>
                    <a:ext uri="{FF2B5EF4-FFF2-40B4-BE49-F238E27FC236}">
                      <a16:creationId xmlns:a16="http://schemas.microsoft.com/office/drawing/2014/main" id="{DA200414-967A-A43A-490D-400DCA24A380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8" name="Elipse 23">
                  <a:extLst>
                    <a:ext uri="{FF2B5EF4-FFF2-40B4-BE49-F238E27FC236}">
                      <a16:creationId xmlns:a16="http://schemas.microsoft.com/office/drawing/2014/main" id="{DA200414-967A-A43A-490D-400DCA24A3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37920B0A-A37D-AA38-EC84-9F9F3964277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Elipse 23">
                  <a:extLst>
                    <a:ext uri="{FF2B5EF4-FFF2-40B4-BE49-F238E27FC236}">
                      <a16:creationId xmlns:a16="http://schemas.microsoft.com/office/drawing/2014/main" id="{6FEA5B52-D3D6-768B-DBA3-410450BF3328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0" name="Elipse 23">
                  <a:extLst>
                    <a:ext uri="{FF2B5EF4-FFF2-40B4-BE49-F238E27FC236}">
                      <a16:creationId xmlns:a16="http://schemas.microsoft.com/office/drawing/2014/main" id="{6FEA5B52-D3D6-768B-DBA3-410450BF33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 l="-5747" b="-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0D35AE9-64BF-B9ED-53BA-7B18A9BA1DCC}"/>
                </a:ext>
              </a:extLst>
            </p:cNvPr>
            <p:cNvCxnSpPr>
              <a:cxnSpLocks/>
              <a:stCxn id="28" idx="0"/>
              <a:endCxn id="2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46F4E1A-2F06-5E3C-7313-D39819C75448}"/>
                </a:ext>
              </a:extLst>
            </p:cNvPr>
            <p:cNvCxnSpPr>
              <a:cxnSpLocks/>
              <a:stCxn id="29" idx="0"/>
              <a:endCxn id="3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AC4B73F-C25F-275B-3E12-7079802A7F57}"/>
              </a:ext>
            </a:extLst>
          </p:cNvPr>
          <p:cNvSpPr txBox="1"/>
          <p:nvPr/>
        </p:nvSpPr>
        <p:spPr>
          <a:xfrm>
            <a:off x="8199537" y="5954998"/>
            <a:ext cx="1289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estragada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0CAB28F-98F4-7C33-9D52-22E6F1FCC99F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3798513" y="4326254"/>
            <a:ext cx="523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ADEE7E6-BA14-88DB-B107-564C013BEAEB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5712138" y="4326254"/>
            <a:ext cx="523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194F3FE-B11C-75A4-97C2-12C756E3823C}"/>
              </a:ext>
            </a:extLst>
          </p:cNvPr>
          <p:cNvCxnSpPr>
            <a:cxnSpLocks/>
            <a:stCxn id="22" idx="3"/>
            <a:endCxn id="29" idx="1"/>
          </p:cNvCxnSpPr>
          <p:nvPr/>
        </p:nvCxnSpPr>
        <p:spPr>
          <a:xfrm>
            <a:off x="7625763" y="4326254"/>
            <a:ext cx="523323" cy="12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4F16360-7401-62F0-F668-60EA55054DD5}"/>
                  </a:ext>
                </a:extLst>
              </p:cNvPr>
              <p:cNvSpPr txBox="1"/>
              <p:nvPr/>
            </p:nvSpPr>
            <p:spPr>
              <a:xfrm>
                <a:off x="3731591" y="3864589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4F16360-7401-62F0-F668-60EA55054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591" y="3864589"/>
                <a:ext cx="485339" cy="461665"/>
              </a:xfrm>
              <a:prstGeom prst="rect">
                <a:avLst/>
              </a:prstGeom>
              <a:blipFill>
                <a:blip r:embed="rId11"/>
                <a:stretch>
                  <a:fillRect l="-3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BAD237B-12D8-CCD3-E24A-65564C295943}"/>
                  </a:ext>
                </a:extLst>
              </p:cNvPr>
              <p:cNvSpPr txBox="1"/>
              <p:nvPr/>
            </p:nvSpPr>
            <p:spPr>
              <a:xfrm>
                <a:off x="5668825" y="3864589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BAD237B-12D8-CCD3-E24A-65564C295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825" y="3864589"/>
                <a:ext cx="485339" cy="461665"/>
              </a:xfrm>
              <a:prstGeom prst="rect">
                <a:avLst/>
              </a:prstGeom>
              <a:blipFill>
                <a:blip r:embed="rId12"/>
                <a:stretch>
                  <a:fillRect l="-3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5611A53-8336-13B8-EA75-73636761B42D}"/>
                  </a:ext>
                </a:extLst>
              </p:cNvPr>
              <p:cNvSpPr txBox="1"/>
              <p:nvPr/>
            </p:nvSpPr>
            <p:spPr>
              <a:xfrm>
                <a:off x="7558841" y="3864589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5611A53-8336-13B8-EA75-73636761B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841" y="3864589"/>
                <a:ext cx="485339" cy="461665"/>
              </a:xfrm>
              <a:prstGeom prst="rect">
                <a:avLst/>
              </a:prstGeom>
              <a:blipFill>
                <a:blip r:embed="rId13"/>
                <a:stretch>
                  <a:fillRect l="-3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046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4033-CAE4-3129-E938-734D01A0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Aplicando MLP em problemas sequenciais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80C3-71B5-2011-5D59-95470B02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48833" cy="4351338"/>
          </a:xfrm>
        </p:spPr>
        <p:txBody>
          <a:bodyPr>
            <a:normAutofit/>
          </a:bodyPr>
          <a:lstStyle/>
          <a:p>
            <a:r>
              <a:rPr lang="pt-BR" sz="2000" dirty="0"/>
              <a:t>A visualização da direita é uma versão “desdobrada no tempo” do modelo ilustrado a esquerda</a:t>
            </a:r>
            <a:endParaRPr lang="pt-B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9796-5AF3-7523-CC7B-717316D1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31</a:t>
            </a:fld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956905-FAE3-A42B-67E9-B9F0E2810218}"/>
              </a:ext>
            </a:extLst>
          </p:cNvPr>
          <p:cNvGrpSpPr/>
          <p:nvPr/>
        </p:nvGrpSpPr>
        <p:grpSpPr>
          <a:xfrm>
            <a:off x="4055856" y="2964180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F71BDD-D13C-9D7F-7624-95B1813A4F4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 l="-5747" b="-22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7618B6D-2684-610E-E671-CD67ED5F309F}"/>
                </a:ext>
              </a:extLst>
            </p:cNvPr>
            <p:cNvCxnSpPr>
              <a:cxnSpLocks/>
              <a:stCxn id="8" idx="0"/>
              <a:endCxn id="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FAE9C2E-6156-38D9-838B-74CE6D185522}"/>
                </a:ext>
              </a:extLst>
            </p:cNvPr>
            <p:cNvCxnSpPr>
              <a:cxnSpLocks/>
              <a:stCxn id="9" idx="0"/>
              <a:endCxn id="1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561E86F-7207-9323-B47C-5CFA22A23B2B}"/>
              </a:ext>
            </a:extLst>
          </p:cNvPr>
          <p:cNvSpPr txBox="1"/>
          <p:nvPr/>
        </p:nvSpPr>
        <p:spPr>
          <a:xfrm>
            <a:off x="4270329" y="5934330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Minha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C863E-B48D-B22F-1D59-DAA4CA6E2CC1}"/>
              </a:ext>
            </a:extLst>
          </p:cNvPr>
          <p:cNvSpPr txBox="1"/>
          <p:nvPr/>
        </p:nvSpPr>
        <p:spPr>
          <a:xfrm>
            <a:off x="3196591" y="5491616"/>
            <a:ext cx="150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Vetor</a:t>
            </a:r>
            <a:r>
              <a:rPr lang="en-US" sz="1400" dirty="0"/>
              <a:t> de Entrada</a:t>
            </a:r>
            <a:endParaRPr lang="pt-BR" sz="1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D4EF86F-1DBB-C377-327C-FCC547D90693}"/>
              </a:ext>
            </a:extLst>
          </p:cNvPr>
          <p:cNvGrpSpPr/>
          <p:nvPr/>
        </p:nvGrpSpPr>
        <p:grpSpPr>
          <a:xfrm>
            <a:off x="5969481" y="2964180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9772576-C60A-5F71-96B4-22EF93ED2572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5"/>
                  <a:stretch>
                    <a:fillRect l="-5747" b="-22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AB76BC4-6746-650E-B481-B0055B07A6C8}"/>
                </a:ext>
              </a:extLst>
            </p:cNvPr>
            <p:cNvCxnSpPr>
              <a:cxnSpLocks/>
              <a:stCxn id="12" idx="0"/>
              <a:endCxn id="15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D6A2959-0346-BCB8-6938-0A53BC31A076}"/>
                </a:ext>
              </a:extLst>
            </p:cNvPr>
            <p:cNvCxnSpPr>
              <a:cxnSpLocks/>
              <a:stCxn id="15" idx="0"/>
              <a:endCxn id="16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DC02C35-44D0-A068-302C-2BD9DB2A2800}"/>
              </a:ext>
            </a:extLst>
          </p:cNvPr>
          <p:cNvSpPr txBox="1"/>
          <p:nvPr/>
        </p:nvSpPr>
        <p:spPr>
          <a:xfrm>
            <a:off x="6179410" y="5956240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laranja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16E33D2-A481-428B-9FA1-82EEF54D2CE3}"/>
              </a:ext>
            </a:extLst>
          </p:cNvPr>
          <p:cNvGrpSpPr/>
          <p:nvPr/>
        </p:nvGrpSpPr>
        <p:grpSpPr>
          <a:xfrm>
            <a:off x="7883106" y="2964180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8F2B5CF-3875-AE7B-C8BB-7F0F1E656F45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7"/>
                  <a:stretch>
                    <a:fillRect l="-5747" b="-22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A0B8BC6-D720-CC6B-0F32-3675C7E7D44B}"/>
                </a:ext>
              </a:extLst>
            </p:cNvPr>
            <p:cNvCxnSpPr>
              <a:cxnSpLocks/>
              <a:stCxn id="21" idx="0"/>
              <a:endCxn id="22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139AAF-04BE-C58C-983E-11F0FA0E823E}"/>
                </a:ext>
              </a:extLst>
            </p:cNvPr>
            <p:cNvCxnSpPr>
              <a:cxnSpLocks/>
              <a:stCxn id="22" idx="0"/>
              <a:endCxn id="23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A101C39-6F96-DA77-AFE4-46FCECB99E0C}"/>
              </a:ext>
            </a:extLst>
          </p:cNvPr>
          <p:cNvSpPr txBox="1"/>
          <p:nvPr/>
        </p:nvSpPr>
        <p:spPr>
          <a:xfrm>
            <a:off x="8219819" y="5934330"/>
            <a:ext cx="624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está</a:t>
            </a:r>
            <a:endParaRPr lang="pt-BR" sz="2000" b="1" dirty="0">
              <a:solidFill>
                <a:srgbClr val="00B0F0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44B82E7-A2FC-ABBE-7E3A-887EFED1A1FE}"/>
              </a:ext>
            </a:extLst>
          </p:cNvPr>
          <p:cNvGrpSpPr/>
          <p:nvPr/>
        </p:nvGrpSpPr>
        <p:grpSpPr>
          <a:xfrm>
            <a:off x="9796731" y="2965422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Elipse 23">
                  <a:extLst>
                    <a:ext uri="{FF2B5EF4-FFF2-40B4-BE49-F238E27FC236}">
                      <a16:creationId xmlns:a16="http://schemas.microsoft.com/office/drawing/2014/main" id="{DA200414-967A-A43A-490D-400DCA24A380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8" name="Elipse 23">
                  <a:extLst>
                    <a:ext uri="{FF2B5EF4-FFF2-40B4-BE49-F238E27FC236}">
                      <a16:creationId xmlns:a16="http://schemas.microsoft.com/office/drawing/2014/main" id="{DA200414-967A-A43A-490D-400DCA24A3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37920B0A-A37D-AA38-EC84-9F9F3964277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Elipse 23">
                  <a:extLst>
                    <a:ext uri="{FF2B5EF4-FFF2-40B4-BE49-F238E27FC236}">
                      <a16:creationId xmlns:a16="http://schemas.microsoft.com/office/drawing/2014/main" id="{6FEA5B52-D3D6-768B-DBA3-410450BF3328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0" name="Elipse 23">
                  <a:extLst>
                    <a:ext uri="{FF2B5EF4-FFF2-40B4-BE49-F238E27FC236}">
                      <a16:creationId xmlns:a16="http://schemas.microsoft.com/office/drawing/2014/main" id="{6FEA5B52-D3D6-768B-DBA3-410450BF33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9"/>
                  <a:stretch>
                    <a:fillRect l="-4545" b="-22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0D35AE9-64BF-B9ED-53BA-7B18A9BA1DCC}"/>
                </a:ext>
              </a:extLst>
            </p:cNvPr>
            <p:cNvCxnSpPr>
              <a:cxnSpLocks/>
              <a:stCxn id="28" idx="0"/>
              <a:endCxn id="2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46F4E1A-2F06-5E3C-7313-D39819C75448}"/>
                </a:ext>
              </a:extLst>
            </p:cNvPr>
            <p:cNvCxnSpPr>
              <a:cxnSpLocks/>
              <a:stCxn id="29" idx="0"/>
              <a:endCxn id="3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AC4B73F-C25F-275B-3E12-7079802A7F57}"/>
              </a:ext>
            </a:extLst>
          </p:cNvPr>
          <p:cNvSpPr txBox="1"/>
          <p:nvPr/>
        </p:nvSpPr>
        <p:spPr>
          <a:xfrm>
            <a:off x="9847182" y="5934330"/>
            <a:ext cx="1289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estragada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0CAB28F-98F4-7C33-9D52-22E6F1FCC99F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5446158" y="4305586"/>
            <a:ext cx="523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ADEE7E6-BA14-88DB-B107-564C013BEAEB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7359783" y="4305586"/>
            <a:ext cx="523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194F3FE-B11C-75A4-97C2-12C756E3823C}"/>
              </a:ext>
            </a:extLst>
          </p:cNvPr>
          <p:cNvCxnSpPr>
            <a:cxnSpLocks/>
            <a:stCxn id="22" idx="3"/>
            <a:endCxn id="29" idx="1"/>
          </p:cNvCxnSpPr>
          <p:nvPr/>
        </p:nvCxnSpPr>
        <p:spPr>
          <a:xfrm>
            <a:off x="9273408" y="4305586"/>
            <a:ext cx="523323" cy="12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4F16360-7401-62F0-F668-60EA55054DD5}"/>
                  </a:ext>
                </a:extLst>
              </p:cNvPr>
              <p:cNvSpPr txBox="1"/>
              <p:nvPr/>
            </p:nvSpPr>
            <p:spPr>
              <a:xfrm>
                <a:off x="5379236" y="3843921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4F16360-7401-62F0-F668-60EA55054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236" y="3843921"/>
                <a:ext cx="485339" cy="461665"/>
              </a:xfrm>
              <a:prstGeom prst="rect">
                <a:avLst/>
              </a:prstGeom>
              <a:blipFill>
                <a:blip r:embed="rId10"/>
                <a:stretch>
                  <a:fillRect l="-3750" b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BAD237B-12D8-CCD3-E24A-65564C295943}"/>
                  </a:ext>
                </a:extLst>
              </p:cNvPr>
              <p:cNvSpPr txBox="1"/>
              <p:nvPr/>
            </p:nvSpPr>
            <p:spPr>
              <a:xfrm>
                <a:off x="7316470" y="3843921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BAD237B-12D8-CCD3-E24A-65564C295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470" y="3843921"/>
                <a:ext cx="485339" cy="461665"/>
              </a:xfrm>
              <a:prstGeom prst="rect">
                <a:avLst/>
              </a:prstGeom>
              <a:blipFill>
                <a:blip r:embed="rId11"/>
                <a:stretch>
                  <a:fillRect l="-3750" b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5611A53-8336-13B8-EA75-73636761B42D}"/>
                  </a:ext>
                </a:extLst>
              </p:cNvPr>
              <p:cNvSpPr txBox="1"/>
              <p:nvPr/>
            </p:nvSpPr>
            <p:spPr>
              <a:xfrm>
                <a:off x="9206486" y="3843921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5611A53-8336-13B8-EA75-73636761B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6486" y="3843921"/>
                <a:ext cx="485339" cy="461665"/>
              </a:xfrm>
              <a:prstGeom prst="rect">
                <a:avLst/>
              </a:prstGeom>
              <a:blipFill>
                <a:blip r:embed="rId12"/>
                <a:stretch>
                  <a:fillRect l="-3750" b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6FDAAE2-2633-8FB9-7C47-67E824249D1B}"/>
              </a:ext>
            </a:extLst>
          </p:cNvPr>
          <p:cNvCxnSpPr/>
          <p:nvPr/>
        </p:nvCxnSpPr>
        <p:spPr>
          <a:xfrm flipV="1">
            <a:off x="2915728" y="2967487"/>
            <a:ext cx="0" cy="352538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1252F27-15FA-444B-8545-EC8CDD8D503A}"/>
              </a:ext>
            </a:extLst>
          </p:cNvPr>
          <p:cNvGrpSpPr/>
          <p:nvPr/>
        </p:nvGrpSpPr>
        <p:grpSpPr>
          <a:xfrm>
            <a:off x="973891" y="3116580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Elipse 23">
                  <a:extLst>
                    <a:ext uri="{FF2B5EF4-FFF2-40B4-BE49-F238E27FC236}">
                      <a16:creationId xmlns:a16="http://schemas.microsoft.com/office/drawing/2014/main" id="{BE0CE938-EE11-91D1-8235-99D235211B4F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9" name="Elipse 23">
                  <a:extLst>
                    <a:ext uri="{FF2B5EF4-FFF2-40B4-BE49-F238E27FC236}">
                      <a16:creationId xmlns:a16="http://schemas.microsoft.com/office/drawing/2014/main" id="{BE0CE938-EE11-91D1-8235-99D235211B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005840F6-C6BC-AA41-22BB-FB368BA6822D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Elipse 23">
                  <a:extLst>
                    <a:ext uri="{FF2B5EF4-FFF2-40B4-BE49-F238E27FC236}">
                      <a16:creationId xmlns:a16="http://schemas.microsoft.com/office/drawing/2014/main" id="{BE31C12F-6A67-95DD-DD2B-9370AAB94C29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2" name="Elipse 23">
                  <a:extLst>
                    <a:ext uri="{FF2B5EF4-FFF2-40B4-BE49-F238E27FC236}">
                      <a16:creationId xmlns:a16="http://schemas.microsoft.com/office/drawing/2014/main" id="{BE31C12F-6A67-95DD-DD2B-9370AAB94C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14"/>
                  <a:stretch>
                    <a:fillRect l="-3448" b="-22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DD60ACA-319D-692C-EB60-C9B0CBE50034}"/>
                </a:ext>
              </a:extLst>
            </p:cNvPr>
            <p:cNvCxnSpPr>
              <a:cxnSpLocks/>
              <a:stCxn id="39" idx="0"/>
              <a:endCxn id="41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A77C969-6BB7-09E5-F6E5-457C71B87A0B}"/>
                </a:ext>
              </a:extLst>
            </p:cNvPr>
            <p:cNvCxnSpPr>
              <a:cxnSpLocks/>
              <a:stCxn id="41" idx="0"/>
              <a:endCxn id="42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6A19CB1-CFCE-0718-0E11-25BCF2BB0B1F}"/>
              </a:ext>
            </a:extLst>
          </p:cNvPr>
          <p:cNvSpPr txBox="1"/>
          <p:nvPr/>
        </p:nvSpPr>
        <p:spPr>
          <a:xfrm>
            <a:off x="114626" y="5644016"/>
            <a:ext cx="150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Vetor</a:t>
            </a:r>
            <a:r>
              <a:rPr lang="en-US" sz="1400" dirty="0"/>
              <a:t> de Entrada</a:t>
            </a:r>
            <a:endParaRPr lang="pt-BR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814F4D8-497E-7FBC-BF31-8F2410A0070D}"/>
                  </a:ext>
                </a:extLst>
              </p:cNvPr>
              <p:cNvSpPr txBox="1"/>
              <p:nvPr/>
            </p:nvSpPr>
            <p:spPr>
              <a:xfrm>
                <a:off x="2297271" y="3996321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814F4D8-497E-7FBC-BF31-8F2410A00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271" y="3996321"/>
                <a:ext cx="485339" cy="461665"/>
              </a:xfrm>
              <a:prstGeom prst="rect">
                <a:avLst/>
              </a:prstGeom>
              <a:blipFill>
                <a:blip r:embed="rId15"/>
                <a:stretch>
                  <a:fillRect l="-2532" b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EF3F6C10-18BE-8B6E-F661-DFC181921C20}"/>
              </a:ext>
            </a:extLst>
          </p:cNvPr>
          <p:cNvCxnSpPr>
            <a:stCxn id="41" idx="3"/>
            <a:endCxn id="41" idx="1"/>
          </p:cNvCxnSpPr>
          <p:nvPr/>
        </p:nvCxnSpPr>
        <p:spPr>
          <a:xfrm flipH="1">
            <a:off x="973891" y="4457986"/>
            <a:ext cx="1390302" cy="12700"/>
          </a:xfrm>
          <a:prstGeom prst="bentConnector5">
            <a:avLst>
              <a:gd name="adj1" fmla="val -24508"/>
              <a:gd name="adj2" fmla="val -4452071"/>
              <a:gd name="adj3" fmla="val 11644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69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4033-CAE4-3129-E938-734D01A0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Camadas densas com recorrência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9796-5AF3-7523-CC7B-717316D1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32</a:t>
            </a:fld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956905-FAE3-A42B-67E9-B9F0E2810218}"/>
              </a:ext>
            </a:extLst>
          </p:cNvPr>
          <p:cNvGrpSpPr/>
          <p:nvPr/>
        </p:nvGrpSpPr>
        <p:grpSpPr>
          <a:xfrm>
            <a:off x="4055856" y="2412092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F71BDD-D13C-9D7F-7624-95B1813A4F4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 l="-5747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7618B6D-2684-610E-E671-CD67ED5F309F}"/>
                </a:ext>
              </a:extLst>
            </p:cNvPr>
            <p:cNvCxnSpPr>
              <a:cxnSpLocks/>
              <a:stCxn id="8" idx="0"/>
              <a:endCxn id="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FAE9C2E-6156-38D9-838B-74CE6D185522}"/>
                </a:ext>
              </a:extLst>
            </p:cNvPr>
            <p:cNvCxnSpPr>
              <a:cxnSpLocks/>
              <a:stCxn id="9" idx="0"/>
              <a:endCxn id="1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561E86F-7207-9323-B47C-5CFA22A23B2B}"/>
              </a:ext>
            </a:extLst>
          </p:cNvPr>
          <p:cNvSpPr txBox="1"/>
          <p:nvPr/>
        </p:nvSpPr>
        <p:spPr>
          <a:xfrm>
            <a:off x="4270329" y="5382242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Minha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C863E-B48D-B22F-1D59-DAA4CA6E2CC1}"/>
              </a:ext>
            </a:extLst>
          </p:cNvPr>
          <p:cNvSpPr txBox="1"/>
          <p:nvPr/>
        </p:nvSpPr>
        <p:spPr>
          <a:xfrm>
            <a:off x="3196591" y="4939528"/>
            <a:ext cx="150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Vetor</a:t>
            </a:r>
            <a:r>
              <a:rPr lang="en-US" sz="1400" dirty="0"/>
              <a:t> de Entrada</a:t>
            </a:r>
            <a:endParaRPr lang="pt-BR" sz="1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D4EF86F-1DBB-C377-327C-FCC547D90693}"/>
              </a:ext>
            </a:extLst>
          </p:cNvPr>
          <p:cNvGrpSpPr/>
          <p:nvPr/>
        </p:nvGrpSpPr>
        <p:grpSpPr>
          <a:xfrm>
            <a:off x="5969481" y="2412092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9772576-C60A-5F71-96B4-22EF93ED2572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5"/>
                  <a:stretch>
                    <a:fillRect l="-5747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AB76BC4-6746-650E-B481-B0055B07A6C8}"/>
                </a:ext>
              </a:extLst>
            </p:cNvPr>
            <p:cNvCxnSpPr>
              <a:cxnSpLocks/>
              <a:stCxn id="12" idx="0"/>
              <a:endCxn id="15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D6A2959-0346-BCB8-6938-0A53BC31A076}"/>
                </a:ext>
              </a:extLst>
            </p:cNvPr>
            <p:cNvCxnSpPr>
              <a:cxnSpLocks/>
              <a:stCxn id="15" idx="0"/>
              <a:endCxn id="16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DC02C35-44D0-A068-302C-2BD9DB2A2800}"/>
              </a:ext>
            </a:extLst>
          </p:cNvPr>
          <p:cNvSpPr txBox="1"/>
          <p:nvPr/>
        </p:nvSpPr>
        <p:spPr>
          <a:xfrm>
            <a:off x="6179410" y="5404152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laranja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16E33D2-A481-428B-9FA1-82EEF54D2CE3}"/>
              </a:ext>
            </a:extLst>
          </p:cNvPr>
          <p:cNvGrpSpPr/>
          <p:nvPr/>
        </p:nvGrpSpPr>
        <p:grpSpPr>
          <a:xfrm>
            <a:off x="7883106" y="2412092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8F2B5CF-3875-AE7B-C8BB-7F0F1E656F45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7"/>
                  <a:stretch>
                    <a:fillRect l="-5747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A0B8BC6-D720-CC6B-0F32-3675C7E7D44B}"/>
                </a:ext>
              </a:extLst>
            </p:cNvPr>
            <p:cNvCxnSpPr>
              <a:cxnSpLocks/>
              <a:stCxn id="21" idx="0"/>
              <a:endCxn id="22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139AAF-04BE-C58C-983E-11F0FA0E823E}"/>
                </a:ext>
              </a:extLst>
            </p:cNvPr>
            <p:cNvCxnSpPr>
              <a:cxnSpLocks/>
              <a:stCxn id="22" idx="0"/>
              <a:endCxn id="23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A101C39-6F96-DA77-AFE4-46FCECB99E0C}"/>
              </a:ext>
            </a:extLst>
          </p:cNvPr>
          <p:cNvSpPr txBox="1"/>
          <p:nvPr/>
        </p:nvSpPr>
        <p:spPr>
          <a:xfrm>
            <a:off x="8219819" y="5382242"/>
            <a:ext cx="624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está</a:t>
            </a:r>
            <a:endParaRPr lang="pt-BR" sz="2000" b="1" dirty="0">
              <a:solidFill>
                <a:srgbClr val="00B0F0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44B82E7-A2FC-ABBE-7E3A-887EFED1A1FE}"/>
              </a:ext>
            </a:extLst>
          </p:cNvPr>
          <p:cNvGrpSpPr/>
          <p:nvPr/>
        </p:nvGrpSpPr>
        <p:grpSpPr>
          <a:xfrm>
            <a:off x="9796731" y="2413334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Elipse 23">
                  <a:extLst>
                    <a:ext uri="{FF2B5EF4-FFF2-40B4-BE49-F238E27FC236}">
                      <a16:creationId xmlns:a16="http://schemas.microsoft.com/office/drawing/2014/main" id="{DA200414-967A-A43A-490D-400DCA24A380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8" name="Elipse 23">
                  <a:extLst>
                    <a:ext uri="{FF2B5EF4-FFF2-40B4-BE49-F238E27FC236}">
                      <a16:creationId xmlns:a16="http://schemas.microsoft.com/office/drawing/2014/main" id="{DA200414-967A-A43A-490D-400DCA24A3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37920B0A-A37D-AA38-EC84-9F9F3964277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Elipse 23">
                  <a:extLst>
                    <a:ext uri="{FF2B5EF4-FFF2-40B4-BE49-F238E27FC236}">
                      <a16:creationId xmlns:a16="http://schemas.microsoft.com/office/drawing/2014/main" id="{6FEA5B52-D3D6-768B-DBA3-410450BF3328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0" name="Elipse 23">
                  <a:extLst>
                    <a:ext uri="{FF2B5EF4-FFF2-40B4-BE49-F238E27FC236}">
                      <a16:creationId xmlns:a16="http://schemas.microsoft.com/office/drawing/2014/main" id="{6FEA5B52-D3D6-768B-DBA3-410450BF33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9"/>
                  <a:stretch>
                    <a:fillRect l="-4545" b="-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0D35AE9-64BF-B9ED-53BA-7B18A9BA1DCC}"/>
                </a:ext>
              </a:extLst>
            </p:cNvPr>
            <p:cNvCxnSpPr>
              <a:cxnSpLocks/>
              <a:stCxn id="28" idx="0"/>
              <a:endCxn id="2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46F4E1A-2F06-5E3C-7313-D39819C75448}"/>
                </a:ext>
              </a:extLst>
            </p:cNvPr>
            <p:cNvCxnSpPr>
              <a:cxnSpLocks/>
              <a:stCxn id="29" idx="0"/>
              <a:endCxn id="3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AC4B73F-C25F-275B-3E12-7079802A7F57}"/>
              </a:ext>
            </a:extLst>
          </p:cNvPr>
          <p:cNvSpPr txBox="1"/>
          <p:nvPr/>
        </p:nvSpPr>
        <p:spPr>
          <a:xfrm>
            <a:off x="9847182" y="5382242"/>
            <a:ext cx="1289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estragada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0CAB28F-98F4-7C33-9D52-22E6F1FCC99F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5446158" y="3753498"/>
            <a:ext cx="523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ADEE7E6-BA14-88DB-B107-564C013BEAEB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7359783" y="3753498"/>
            <a:ext cx="523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194F3FE-B11C-75A4-97C2-12C756E3823C}"/>
              </a:ext>
            </a:extLst>
          </p:cNvPr>
          <p:cNvCxnSpPr>
            <a:cxnSpLocks/>
            <a:stCxn id="22" idx="3"/>
            <a:endCxn id="29" idx="1"/>
          </p:cNvCxnSpPr>
          <p:nvPr/>
        </p:nvCxnSpPr>
        <p:spPr>
          <a:xfrm>
            <a:off x="9273408" y="3753498"/>
            <a:ext cx="523323" cy="12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4F16360-7401-62F0-F668-60EA55054DD5}"/>
                  </a:ext>
                </a:extLst>
              </p:cNvPr>
              <p:cNvSpPr txBox="1"/>
              <p:nvPr/>
            </p:nvSpPr>
            <p:spPr>
              <a:xfrm>
                <a:off x="5379236" y="3291833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4F16360-7401-62F0-F668-60EA55054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236" y="3291833"/>
                <a:ext cx="485339" cy="461665"/>
              </a:xfrm>
              <a:prstGeom prst="rect">
                <a:avLst/>
              </a:prstGeom>
              <a:blipFill>
                <a:blip r:embed="rId10"/>
                <a:stretch>
                  <a:fillRect l="-3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BAD237B-12D8-CCD3-E24A-65564C295943}"/>
                  </a:ext>
                </a:extLst>
              </p:cNvPr>
              <p:cNvSpPr txBox="1"/>
              <p:nvPr/>
            </p:nvSpPr>
            <p:spPr>
              <a:xfrm>
                <a:off x="7316470" y="3291833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BAD237B-12D8-CCD3-E24A-65564C295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470" y="3291833"/>
                <a:ext cx="485339" cy="461665"/>
              </a:xfrm>
              <a:prstGeom prst="rect">
                <a:avLst/>
              </a:prstGeom>
              <a:blipFill>
                <a:blip r:embed="rId11"/>
                <a:stretch>
                  <a:fillRect l="-3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5611A53-8336-13B8-EA75-73636761B42D}"/>
                  </a:ext>
                </a:extLst>
              </p:cNvPr>
              <p:cNvSpPr txBox="1"/>
              <p:nvPr/>
            </p:nvSpPr>
            <p:spPr>
              <a:xfrm>
                <a:off x="9206486" y="3291833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5611A53-8336-13B8-EA75-73636761B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6486" y="3291833"/>
                <a:ext cx="485339" cy="461665"/>
              </a:xfrm>
              <a:prstGeom prst="rect">
                <a:avLst/>
              </a:prstGeom>
              <a:blipFill>
                <a:blip r:embed="rId12"/>
                <a:stretch>
                  <a:fillRect l="-3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6FDAAE2-2633-8FB9-7C47-67E824249D1B}"/>
              </a:ext>
            </a:extLst>
          </p:cNvPr>
          <p:cNvCxnSpPr>
            <a:cxnSpLocks/>
          </p:cNvCxnSpPr>
          <p:nvPr/>
        </p:nvCxnSpPr>
        <p:spPr>
          <a:xfrm flipV="1">
            <a:off x="2915728" y="2944503"/>
            <a:ext cx="0" cy="299628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1252F27-15FA-444B-8545-EC8CDD8D503A}"/>
              </a:ext>
            </a:extLst>
          </p:cNvPr>
          <p:cNvGrpSpPr/>
          <p:nvPr/>
        </p:nvGrpSpPr>
        <p:grpSpPr>
          <a:xfrm>
            <a:off x="973891" y="2564492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Elipse 23">
                  <a:extLst>
                    <a:ext uri="{FF2B5EF4-FFF2-40B4-BE49-F238E27FC236}">
                      <a16:creationId xmlns:a16="http://schemas.microsoft.com/office/drawing/2014/main" id="{BE0CE938-EE11-91D1-8235-99D235211B4F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9" name="Elipse 23">
                  <a:extLst>
                    <a:ext uri="{FF2B5EF4-FFF2-40B4-BE49-F238E27FC236}">
                      <a16:creationId xmlns:a16="http://schemas.microsoft.com/office/drawing/2014/main" id="{BE0CE938-EE11-91D1-8235-99D235211B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005840F6-C6BC-AA41-22BB-FB368BA6822D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Elipse 23">
                  <a:extLst>
                    <a:ext uri="{FF2B5EF4-FFF2-40B4-BE49-F238E27FC236}">
                      <a16:creationId xmlns:a16="http://schemas.microsoft.com/office/drawing/2014/main" id="{BE31C12F-6A67-95DD-DD2B-9370AAB94C29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2" name="Elipse 23">
                  <a:extLst>
                    <a:ext uri="{FF2B5EF4-FFF2-40B4-BE49-F238E27FC236}">
                      <a16:creationId xmlns:a16="http://schemas.microsoft.com/office/drawing/2014/main" id="{BE31C12F-6A67-95DD-DD2B-9370AAB94C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14"/>
                  <a:stretch>
                    <a:fillRect l="-3448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DD60ACA-319D-692C-EB60-C9B0CBE50034}"/>
                </a:ext>
              </a:extLst>
            </p:cNvPr>
            <p:cNvCxnSpPr>
              <a:cxnSpLocks/>
              <a:stCxn id="39" idx="0"/>
              <a:endCxn id="41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A77C969-6BB7-09E5-F6E5-457C71B87A0B}"/>
                </a:ext>
              </a:extLst>
            </p:cNvPr>
            <p:cNvCxnSpPr>
              <a:cxnSpLocks/>
              <a:stCxn id="41" idx="0"/>
              <a:endCxn id="42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6A19CB1-CFCE-0718-0E11-25BCF2BB0B1F}"/>
              </a:ext>
            </a:extLst>
          </p:cNvPr>
          <p:cNvSpPr txBox="1"/>
          <p:nvPr/>
        </p:nvSpPr>
        <p:spPr>
          <a:xfrm>
            <a:off x="114626" y="5091928"/>
            <a:ext cx="150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Vetor</a:t>
            </a:r>
            <a:r>
              <a:rPr lang="en-US" sz="1400" dirty="0"/>
              <a:t> de Entrada</a:t>
            </a:r>
            <a:endParaRPr lang="pt-BR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814F4D8-497E-7FBC-BF31-8F2410A0070D}"/>
                  </a:ext>
                </a:extLst>
              </p:cNvPr>
              <p:cNvSpPr txBox="1"/>
              <p:nvPr/>
            </p:nvSpPr>
            <p:spPr>
              <a:xfrm>
                <a:off x="2297271" y="3444233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814F4D8-497E-7FBC-BF31-8F2410A00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271" y="3444233"/>
                <a:ext cx="485339" cy="461665"/>
              </a:xfrm>
              <a:prstGeom prst="rect">
                <a:avLst/>
              </a:prstGeom>
              <a:blipFill>
                <a:blip r:embed="rId15"/>
                <a:stretch>
                  <a:fillRect l="-25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EF3F6C10-18BE-8B6E-F661-DFC181921C20}"/>
              </a:ext>
            </a:extLst>
          </p:cNvPr>
          <p:cNvCxnSpPr>
            <a:stCxn id="41" idx="3"/>
            <a:endCxn id="41" idx="1"/>
          </p:cNvCxnSpPr>
          <p:nvPr/>
        </p:nvCxnSpPr>
        <p:spPr>
          <a:xfrm flipH="1">
            <a:off x="973891" y="3905898"/>
            <a:ext cx="1390302" cy="12700"/>
          </a:xfrm>
          <a:prstGeom prst="bentConnector5">
            <a:avLst>
              <a:gd name="adj1" fmla="val -24508"/>
              <a:gd name="adj2" fmla="val -4452071"/>
              <a:gd name="adj3" fmla="val 11644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BEDD24E-A356-F139-50B4-DBF80A39A5B9}"/>
              </a:ext>
            </a:extLst>
          </p:cNvPr>
          <p:cNvSpPr/>
          <p:nvPr/>
        </p:nvSpPr>
        <p:spPr>
          <a:xfrm>
            <a:off x="3131389" y="2277155"/>
            <a:ext cx="8384874" cy="366363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5B81DAE-3BF8-0944-0FB1-3C5129287740}"/>
                  </a:ext>
                </a:extLst>
              </p:cNvPr>
              <p:cNvSpPr txBox="1"/>
              <p:nvPr/>
            </p:nvSpPr>
            <p:spPr>
              <a:xfrm>
                <a:off x="5025325" y="3429000"/>
                <a:ext cx="41990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sz="3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5B81DAE-3BF8-0944-0FB1-3C5129287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325" y="3429000"/>
                <a:ext cx="4199025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6235ACEF-26D5-2F98-51C2-DA6FCD096C53}"/>
              </a:ext>
            </a:extLst>
          </p:cNvPr>
          <p:cNvSpPr/>
          <p:nvPr/>
        </p:nvSpPr>
        <p:spPr>
          <a:xfrm>
            <a:off x="5446158" y="3522665"/>
            <a:ext cx="572381" cy="552660"/>
          </a:xfrm>
          <a:prstGeom prst="rect">
            <a:avLst/>
          </a:prstGeom>
          <a:noFill/>
          <a:ln w="38100">
            <a:solidFill>
              <a:srgbClr val="FFB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6C6599A-E53B-68BF-B5A3-1235CECFF112}"/>
              </a:ext>
            </a:extLst>
          </p:cNvPr>
          <p:cNvSpPr/>
          <p:nvPr/>
        </p:nvSpPr>
        <p:spPr>
          <a:xfrm>
            <a:off x="6996610" y="3525753"/>
            <a:ext cx="572381" cy="55266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07ADDBE-1D36-B86D-45E7-F498F91A3EF3}"/>
              </a:ext>
            </a:extLst>
          </p:cNvPr>
          <p:cNvSpPr/>
          <p:nvPr/>
        </p:nvSpPr>
        <p:spPr>
          <a:xfrm>
            <a:off x="7604927" y="3531504"/>
            <a:ext cx="906407" cy="5526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7F7AA4-B2A2-3BB9-2ED1-FB474E3DFBB2}"/>
              </a:ext>
            </a:extLst>
          </p:cNvPr>
          <p:cNvSpPr txBox="1"/>
          <p:nvPr/>
        </p:nvSpPr>
        <p:spPr>
          <a:xfrm>
            <a:off x="5455879" y="4081301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FF00FF"/>
                </a:solidFill>
              </a:rPr>
              <a:t>saída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BA7C7F-69A1-1DCA-5DB3-199A4151E41A}"/>
              </a:ext>
            </a:extLst>
          </p:cNvPr>
          <p:cNvSpPr txBox="1"/>
          <p:nvPr/>
        </p:nvSpPr>
        <p:spPr>
          <a:xfrm>
            <a:off x="6579551" y="4093674"/>
            <a:ext cx="92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entrada</a:t>
            </a:r>
            <a:endParaRPr lang="pt-BR" b="1" dirty="0">
              <a:solidFill>
                <a:srgbClr val="00B0F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860A00-E26C-48AD-F5BD-2A97F871C16D}"/>
              </a:ext>
            </a:extLst>
          </p:cNvPr>
          <p:cNvSpPr txBox="1"/>
          <p:nvPr/>
        </p:nvSpPr>
        <p:spPr>
          <a:xfrm>
            <a:off x="7286779" y="4071452"/>
            <a:ext cx="15791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memória</a:t>
            </a:r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ou</a:t>
            </a:r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estado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interno</a:t>
            </a:r>
            <a:endParaRPr lang="pt-BR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80C3-71B5-2011-5D59-95470B02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48833" cy="4351338"/>
          </a:xfrm>
        </p:spPr>
        <p:txBody>
          <a:bodyPr>
            <a:normAutofit/>
          </a:bodyPr>
          <a:lstStyle/>
          <a:p>
            <a:r>
              <a:rPr lang="pt-BR" sz="2000" dirty="0"/>
              <a:t>A saída de uma célula com recorrência depende da entrada e do estado interno</a:t>
            </a:r>
          </a:p>
          <a:p>
            <a:r>
              <a:rPr lang="pt-BR" sz="2000" dirty="0"/>
              <a:t>Os pesos são aproveitados em todas as aplicações da recorrência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012966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4033-CAE4-3129-E938-734D01A0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Camadas densas com recorrência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80C3-71B5-2011-5D59-95470B02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48833" cy="4351338"/>
          </a:xfrm>
        </p:spPr>
        <p:txBody>
          <a:bodyPr>
            <a:normAutofit/>
          </a:bodyPr>
          <a:lstStyle/>
          <a:p>
            <a:r>
              <a:rPr lang="pt-BR" sz="2000" dirty="0"/>
              <a:t>Um pseudocódigo desse processo</a:t>
            </a:r>
            <a:endParaRPr lang="pt-B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9796-5AF3-7523-CC7B-717316D1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33</a:t>
            </a:fld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956905-FAE3-A42B-67E9-B9F0E2810218}"/>
              </a:ext>
            </a:extLst>
          </p:cNvPr>
          <p:cNvGrpSpPr/>
          <p:nvPr/>
        </p:nvGrpSpPr>
        <p:grpSpPr>
          <a:xfrm>
            <a:off x="4055856" y="2412092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F71BDD-D13C-9D7F-7624-95B1813A4F4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 l="-5747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7618B6D-2684-610E-E671-CD67ED5F309F}"/>
                </a:ext>
              </a:extLst>
            </p:cNvPr>
            <p:cNvCxnSpPr>
              <a:cxnSpLocks/>
              <a:stCxn id="8" idx="0"/>
              <a:endCxn id="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FAE9C2E-6156-38D9-838B-74CE6D185522}"/>
                </a:ext>
              </a:extLst>
            </p:cNvPr>
            <p:cNvCxnSpPr>
              <a:cxnSpLocks/>
              <a:stCxn id="9" idx="0"/>
              <a:endCxn id="1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561E86F-7207-9323-B47C-5CFA22A23B2B}"/>
              </a:ext>
            </a:extLst>
          </p:cNvPr>
          <p:cNvSpPr txBox="1"/>
          <p:nvPr/>
        </p:nvSpPr>
        <p:spPr>
          <a:xfrm>
            <a:off x="4270329" y="5382242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Minha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C863E-B48D-B22F-1D59-DAA4CA6E2CC1}"/>
              </a:ext>
            </a:extLst>
          </p:cNvPr>
          <p:cNvSpPr txBox="1"/>
          <p:nvPr/>
        </p:nvSpPr>
        <p:spPr>
          <a:xfrm>
            <a:off x="3196591" y="4939528"/>
            <a:ext cx="150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Vetor</a:t>
            </a:r>
            <a:r>
              <a:rPr lang="en-US" sz="1400" dirty="0"/>
              <a:t> de Entrada</a:t>
            </a:r>
            <a:endParaRPr lang="pt-BR" sz="1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D4EF86F-1DBB-C377-327C-FCC547D90693}"/>
              </a:ext>
            </a:extLst>
          </p:cNvPr>
          <p:cNvGrpSpPr/>
          <p:nvPr/>
        </p:nvGrpSpPr>
        <p:grpSpPr>
          <a:xfrm>
            <a:off x="5969481" y="2412092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9772576-C60A-5F71-96B4-22EF93ED2572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5"/>
                  <a:stretch>
                    <a:fillRect l="-5747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AB76BC4-6746-650E-B481-B0055B07A6C8}"/>
                </a:ext>
              </a:extLst>
            </p:cNvPr>
            <p:cNvCxnSpPr>
              <a:cxnSpLocks/>
              <a:stCxn id="12" idx="0"/>
              <a:endCxn id="15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D6A2959-0346-BCB8-6938-0A53BC31A076}"/>
                </a:ext>
              </a:extLst>
            </p:cNvPr>
            <p:cNvCxnSpPr>
              <a:cxnSpLocks/>
              <a:stCxn id="15" idx="0"/>
              <a:endCxn id="16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DC02C35-44D0-A068-302C-2BD9DB2A2800}"/>
              </a:ext>
            </a:extLst>
          </p:cNvPr>
          <p:cNvSpPr txBox="1"/>
          <p:nvPr/>
        </p:nvSpPr>
        <p:spPr>
          <a:xfrm>
            <a:off x="6179410" y="5404152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laranja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16E33D2-A481-428B-9FA1-82EEF54D2CE3}"/>
              </a:ext>
            </a:extLst>
          </p:cNvPr>
          <p:cNvGrpSpPr/>
          <p:nvPr/>
        </p:nvGrpSpPr>
        <p:grpSpPr>
          <a:xfrm>
            <a:off x="7883106" y="2412092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8F2B5CF-3875-AE7B-C8BB-7F0F1E656F45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7"/>
                  <a:stretch>
                    <a:fillRect l="-5747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A0B8BC6-D720-CC6B-0F32-3675C7E7D44B}"/>
                </a:ext>
              </a:extLst>
            </p:cNvPr>
            <p:cNvCxnSpPr>
              <a:cxnSpLocks/>
              <a:stCxn id="21" idx="0"/>
              <a:endCxn id="22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139AAF-04BE-C58C-983E-11F0FA0E823E}"/>
                </a:ext>
              </a:extLst>
            </p:cNvPr>
            <p:cNvCxnSpPr>
              <a:cxnSpLocks/>
              <a:stCxn id="22" idx="0"/>
              <a:endCxn id="23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A101C39-6F96-DA77-AFE4-46FCECB99E0C}"/>
              </a:ext>
            </a:extLst>
          </p:cNvPr>
          <p:cNvSpPr txBox="1"/>
          <p:nvPr/>
        </p:nvSpPr>
        <p:spPr>
          <a:xfrm>
            <a:off x="8219819" y="5382242"/>
            <a:ext cx="624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está</a:t>
            </a:r>
            <a:endParaRPr lang="pt-BR" sz="2000" b="1" dirty="0">
              <a:solidFill>
                <a:srgbClr val="00B0F0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44B82E7-A2FC-ABBE-7E3A-887EFED1A1FE}"/>
              </a:ext>
            </a:extLst>
          </p:cNvPr>
          <p:cNvGrpSpPr/>
          <p:nvPr/>
        </p:nvGrpSpPr>
        <p:grpSpPr>
          <a:xfrm>
            <a:off x="9796731" y="2413334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Elipse 23">
                  <a:extLst>
                    <a:ext uri="{FF2B5EF4-FFF2-40B4-BE49-F238E27FC236}">
                      <a16:creationId xmlns:a16="http://schemas.microsoft.com/office/drawing/2014/main" id="{DA200414-967A-A43A-490D-400DCA24A380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8" name="Elipse 23">
                  <a:extLst>
                    <a:ext uri="{FF2B5EF4-FFF2-40B4-BE49-F238E27FC236}">
                      <a16:creationId xmlns:a16="http://schemas.microsoft.com/office/drawing/2014/main" id="{DA200414-967A-A43A-490D-400DCA24A3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37920B0A-A37D-AA38-EC84-9F9F3964277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Elipse 23">
                  <a:extLst>
                    <a:ext uri="{FF2B5EF4-FFF2-40B4-BE49-F238E27FC236}">
                      <a16:creationId xmlns:a16="http://schemas.microsoft.com/office/drawing/2014/main" id="{6FEA5B52-D3D6-768B-DBA3-410450BF3328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0" name="Elipse 23">
                  <a:extLst>
                    <a:ext uri="{FF2B5EF4-FFF2-40B4-BE49-F238E27FC236}">
                      <a16:creationId xmlns:a16="http://schemas.microsoft.com/office/drawing/2014/main" id="{6FEA5B52-D3D6-768B-DBA3-410450BF33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9"/>
                  <a:stretch>
                    <a:fillRect l="-4545" b="-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0D35AE9-64BF-B9ED-53BA-7B18A9BA1DCC}"/>
                </a:ext>
              </a:extLst>
            </p:cNvPr>
            <p:cNvCxnSpPr>
              <a:cxnSpLocks/>
              <a:stCxn id="28" idx="0"/>
              <a:endCxn id="2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46F4E1A-2F06-5E3C-7313-D39819C75448}"/>
                </a:ext>
              </a:extLst>
            </p:cNvPr>
            <p:cNvCxnSpPr>
              <a:cxnSpLocks/>
              <a:stCxn id="29" idx="0"/>
              <a:endCxn id="3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AC4B73F-C25F-275B-3E12-7079802A7F57}"/>
              </a:ext>
            </a:extLst>
          </p:cNvPr>
          <p:cNvSpPr txBox="1"/>
          <p:nvPr/>
        </p:nvSpPr>
        <p:spPr>
          <a:xfrm>
            <a:off x="9847182" y="5382242"/>
            <a:ext cx="1289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estragada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0CAB28F-98F4-7C33-9D52-22E6F1FCC99F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5446158" y="3753498"/>
            <a:ext cx="523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ADEE7E6-BA14-88DB-B107-564C013BEAEB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7359783" y="3753498"/>
            <a:ext cx="523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194F3FE-B11C-75A4-97C2-12C756E3823C}"/>
              </a:ext>
            </a:extLst>
          </p:cNvPr>
          <p:cNvCxnSpPr>
            <a:cxnSpLocks/>
            <a:stCxn id="22" idx="3"/>
            <a:endCxn id="29" idx="1"/>
          </p:cNvCxnSpPr>
          <p:nvPr/>
        </p:nvCxnSpPr>
        <p:spPr>
          <a:xfrm>
            <a:off x="9273408" y="3753498"/>
            <a:ext cx="523323" cy="12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4F16360-7401-62F0-F668-60EA55054DD5}"/>
                  </a:ext>
                </a:extLst>
              </p:cNvPr>
              <p:cNvSpPr txBox="1"/>
              <p:nvPr/>
            </p:nvSpPr>
            <p:spPr>
              <a:xfrm>
                <a:off x="5379236" y="3291833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4F16360-7401-62F0-F668-60EA55054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236" y="3291833"/>
                <a:ext cx="485339" cy="461665"/>
              </a:xfrm>
              <a:prstGeom prst="rect">
                <a:avLst/>
              </a:prstGeom>
              <a:blipFill>
                <a:blip r:embed="rId10"/>
                <a:stretch>
                  <a:fillRect l="-3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BAD237B-12D8-CCD3-E24A-65564C295943}"/>
                  </a:ext>
                </a:extLst>
              </p:cNvPr>
              <p:cNvSpPr txBox="1"/>
              <p:nvPr/>
            </p:nvSpPr>
            <p:spPr>
              <a:xfrm>
                <a:off x="7316470" y="3291833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BAD237B-12D8-CCD3-E24A-65564C295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470" y="3291833"/>
                <a:ext cx="485339" cy="461665"/>
              </a:xfrm>
              <a:prstGeom prst="rect">
                <a:avLst/>
              </a:prstGeom>
              <a:blipFill>
                <a:blip r:embed="rId11"/>
                <a:stretch>
                  <a:fillRect l="-3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5611A53-8336-13B8-EA75-73636761B42D}"/>
                  </a:ext>
                </a:extLst>
              </p:cNvPr>
              <p:cNvSpPr txBox="1"/>
              <p:nvPr/>
            </p:nvSpPr>
            <p:spPr>
              <a:xfrm>
                <a:off x="9206486" y="3291833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5611A53-8336-13B8-EA75-73636761B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6486" y="3291833"/>
                <a:ext cx="485339" cy="461665"/>
              </a:xfrm>
              <a:prstGeom prst="rect">
                <a:avLst/>
              </a:prstGeom>
              <a:blipFill>
                <a:blip r:embed="rId12"/>
                <a:stretch>
                  <a:fillRect l="-3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6FDAAE2-2633-8FB9-7C47-67E824249D1B}"/>
              </a:ext>
            </a:extLst>
          </p:cNvPr>
          <p:cNvCxnSpPr/>
          <p:nvPr/>
        </p:nvCxnSpPr>
        <p:spPr>
          <a:xfrm flipV="1">
            <a:off x="2915728" y="2415399"/>
            <a:ext cx="0" cy="352538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1252F27-15FA-444B-8545-EC8CDD8D503A}"/>
              </a:ext>
            </a:extLst>
          </p:cNvPr>
          <p:cNvGrpSpPr/>
          <p:nvPr/>
        </p:nvGrpSpPr>
        <p:grpSpPr>
          <a:xfrm>
            <a:off x="973891" y="2564492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Elipse 23">
                  <a:extLst>
                    <a:ext uri="{FF2B5EF4-FFF2-40B4-BE49-F238E27FC236}">
                      <a16:creationId xmlns:a16="http://schemas.microsoft.com/office/drawing/2014/main" id="{BE0CE938-EE11-91D1-8235-99D235211B4F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9" name="Elipse 23">
                  <a:extLst>
                    <a:ext uri="{FF2B5EF4-FFF2-40B4-BE49-F238E27FC236}">
                      <a16:creationId xmlns:a16="http://schemas.microsoft.com/office/drawing/2014/main" id="{BE0CE938-EE11-91D1-8235-99D235211B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005840F6-C6BC-AA41-22BB-FB368BA6822D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Elipse 23">
                  <a:extLst>
                    <a:ext uri="{FF2B5EF4-FFF2-40B4-BE49-F238E27FC236}">
                      <a16:creationId xmlns:a16="http://schemas.microsoft.com/office/drawing/2014/main" id="{BE31C12F-6A67-95DD-DD2B-9370AAB94C29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2" name="Elipse 23">
                  <a:extLst>
                    <a:ext uri="{FF2B5EF4-FFF2-40B4-BE49-F238E27FC236}">
                      <a16:creationId xmlns:a16="http://schemas.microsoft.com/office/drawing/2014/main" id="{BE31C12F-6A67-95DD-DD2B-9370AAB94C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14"/>
                  <a:stretch>
                    <a:fillRect l="-3448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DD60ACA-319D-692C-EB60-C9B0CBE50034}"/>
                </a:ext>
              </a:extLst>
            </p:cNvPr>
            <p:cNvCxnSpPr>
              <a:cxnSpLocks/>
              <a:stCxn id="39" idx="0"/>
              <a:endCxn id="41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A77C969-6BB7-09E5-F6E5-457C71B87A0B}"/>
                </a:ext>
              </a:extLst>
            </p:cNvPr>
            <p:cNvCxnSpPr>
              <a:cxnSpLocks/>
              <a:stCxn id="41" idx="0"/>
              <a:endCxn id="42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6A19CB1-CFCE-0718-0E11-25BCF2BB0B1F}"/>
              </a:ext>
            </a:extLst>
          </p:cNvPr>
          <p:cNvSpPr txBox="1"/>
          <p:nvPr/>
        </p:nvSpPr>
        <p:spPr>
          <a:xfrm>
            <a:off x="114626" y="5091928"/>
            <a:ext cx="150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Vetor</a:t>
            </a:r>
            <a:r>
              <a:rPr lang="en-US" sz="1400" dirty="0"/>
              <a:t> de Entrada</a:t>
            </a:r>
            <a:endParaRPr lang="pt-BR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814F4D8-497E-7FBC-BF31-8F2410A0070D}"/>
                  </a:ext>
                </a:extLst>
              </p:cNvPr>
              <p:cNvSpPr txBox="1"/>
              <p:nvPr/>
            </p:nvSpPr>
            <p:spPr>
              <a:xfrm>
                <a:off x="2297271" y="3444233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814F4D8-497E-7FBC-BF31-8F2410A00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271" y="3444233"/>
                <a:ext cx="485339" cy="461665"/>
              </a:xfrm>
              <a:prstGeom prst="rect">
                <a:avLst/>
              </a:prstGeom>
              <a:blipFill>
                <a:blip r:embed="rId15"/>
                <a:stretch>
                  <a:fillRect l="-25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EF3F6C10-18BE-8B6E-F661-DFC181921C20}"/>
              </a:ext>
            </a:extLst>
          </p:cNvPr>
          <p:cNvCxnSpPr>
            <a:stCxn id="41" idx="3"/>
            <a:endCxn id="41" idx="1"/>
          </p:cNvCxnSpPr>
          <p:nvPr/>
        </p:nvCxnSpPr>
        <p:spPr>
          <a:xfrm flipH="1">
            <a:off x="973891" y="3905898"/>
            <a:ext cx="1390302" cy="12700"/>
          </a:xfrm>
          <a:prstGeom prst="bentConnector5">
            <a:avLst>
              <a:gd name="adj1" fmla="val -24508"/>
              <a:gd name="adj2" fmla="val -4452071"/>
              <a:gd name="adj3" fmla="val 11644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BEDD24E-A356-F139-50B4-DBF80A39A5B9}"/>
              </a:ext>
            </a:extLst>
          </p:cNvPr>
          <p:cNvSpPr/>
          <p:nvPr/>
        </p:nvSpPr>
        <p:spPr>
          <a:xfrm>
            <a:off x="3131389" y="2277154"/>
            <a:ext cx="8384874" cy="3787215"/>
          </a:xfrm>
          <a:prstGeom prst="rect">
            <a:avLst/>
          </a:prstGeom>
          <a:solidFill>
            <a:srgbClr val="FFFFFF">
              <a:alpha val="98824"/>
            </a:srgb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E1B3D53-663C-7100-C971-8B6336F46320}"/>
              </a:ext>
            </a:extLst>
          </p:cNvPr>
          <p:cNvSpPr txBox="1"/>
          <p:nvPr/>
        </p:nvSpPr>
        <p:spPr>
          <a:xfrm>
            <a:off x="3080913" y="2345209"/>
            <a:ext cx="8045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rnn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RNN()</a:t>
            </a:r>
          </a:p>
          <a:p>
            <a:r>
              <a:rPr lang="en-US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hidden_state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[</a:t>
            </a:r>
            <a:r>
              <a:rPr lang="en-US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</a:br>
            <a:r>
              <a:rPr lang="en-US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sentence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[</a:t>
            </a:r>
            <a:r>
              <a:rPr lang="en-US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Minha</a:t>
            </a:r>
            <a:r>
              <a:rPr lang="en-US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laranja</a:t>
            </a:r>
            <a:r>
              <a:rPr lang="en-US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está</a:t>
            </a:r>
            <a:r>
              <a:rPr lang="en-US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word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sentence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prediction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hidden_state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en-US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rnn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word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hidden_state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endParaRPr lang="en-US" b="0" dirty="0">
              <a:solidFill>
                <a:srgbClr val="00108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en-US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next_word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en-US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prediction</a:t>
            </a:r>
            <a:endParaRPr lang="en-US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en-US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next_word</a:t>
            </a:r>
            <a: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endParaRPr lang="en-US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KaydiaCove NF" panose="020B0509020204030204" pitchFamily="49" charset="0"/>
              </a:rPr>
              <a:t># &gt;&gt;&gt; “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  <a:latin typeface="CasKaydiaCove NF" panose="020B0509020204030204" pitchFamily="49" charset="0"/>
              </a:rPr>
              <a:t>estragada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KaydiaCove NF" panose="020B0509020204030204" pitchFamily="49" charset="0"/>
              </a:rPr>
              <a:t>”</a:t>
            </a:r>
            <a:endParaRPr lang="en-US" b="0" dirty="0">
              <a:solidFill>
                <a:schemeClr val="bg1">
                  <a:lumMod val="65000"/>
                </a:schemeClr>
              </a:solidFill>
              <a:effectLst/>
              <a:latin typeface="CasKaydiaCove NF" panose="020B05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6970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4033-CAE4-3129-E938-734D01A0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Camadas densas com recorrência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80C3-71B5-2011-5D59-95470B02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48833" cy="4351338"/>
          </a:xfrm>
        </p:spPr>
        <p:txBody>
          <a:bodyPr>
            <a:normAutofit/>
          </a:bodyPr>
          <a:lstStyle/>
          <a:p>
            <a:r>
              <a:rPr lang="pt-BR" sz="2000" dirty="0"/>
              <a:t>Detalhando as atualizações</a:t>
            </a:r>
            <a:endParaRPr lang="pt-B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9796-5AF3-7523-CC7B-717316D1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34</a:t>
            </a:fld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956905-FAE3-A42B-67E9-B9F0E2810218}"/>
              </a:ext>
            </a:extLst>
          </p:cNvPr>
          <p:cNvGrpSpPr/>
          <p:nvPr/>
        </p:nvGrpSpPr>
        <p:grpSpPr>
          <a:xfrm>
            <a:off x="4055856" y="2412092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42647A70-DD82-A94D-4EC2-B3C954D37F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F71BDD-D13C-9D7F-7624-95B1813A4F4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Elipse 23">
                  <a:extLst>
                    <a:ext uri="{FF2B5EF4-FFF2-40B4-BE49-F238E27FC236}">
                      <a16:creationId xmlns:a16="http://schemas.microsoft.com/office/drawing/2014/main" id="{F2728594-267D-4CD3-275D-52782B0C47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 l="-5747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7618B6D-2684-610E-E671-CD67ED5F309F}"/>
                </a:ext>
              </a:extLst>
            </p:cNvPr>
            <p:cNvCxnSpPr>
              <a:cxnSpLocks/>
              <a:stCxn id="8" idx="0"/>
              <a:endCxn id="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FAE9C2E-6156-38D9-838B-74CE6D185522}"/>
                </a:ext>
              </a:extLst>
            </p:cNvPr>
            <p:cNvCxnSpPr>
              <a:cxnSpLocks/>
              <a:stCxn id="9" idx="0"/>
              <a:endCxn id="1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561E86F-7207-9323-B47C-5CFA22A23B2B}"/>
              </a:ext>
            </a:extLst>
          </p:cNvPr>
          <p:cNvSpPr txBox="1"/>
          <p:nvPr/>
        </p:nvSpPr>
        <p:spPr>
          <a:xfrm>
            <a:off x="4270329" y="5382242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Minha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C863E-B48D-B22F-1D59-DAA4CA6E2CC1}"/>
              </a:ext>
            </a:extLst>
          </p:cNvPr>
          <p:cNvSpPr txBox="1"/>
          <p:nvPr/>
        </p:nvSpPr>
        <p:spPr>
          <a:xfrm>
            <a:off x="3196591" y="4939528"/>
            <a:ext cx="150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Vetor</a:t>
            </a:r>
            <a:r>
              <a:rPr lang="en-US" sz="1400" dirty="0"/>
              <a:t> de Entrada</a:t>
            </a:r>
            <a:endParaRPr lang="pt-BR" sz="1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D4EF86F-1DBB-C377-327C-FCC547D90693}"/>
              </a:ext>
            </a:extLst>
          </p:cNvPr>
          <p:cNvGrpSpPr/>
          <p:nvPr/>
        </p:nvGrpSpPr>
        <p:grpSpPr>
          <a:xfrm>
            <a:off x="5969481" y="2412092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" name="Elipse 23">
                  <a:extLst>
                    <a:ext uri="{FF2B5EF4-FFF2-40B4-BE49-F238E27FC236}">
                      <a16:creationId xmlns:a16="http://schemas.microsoft.com/office/drawing/2014/main" id="{E5127DFC-B4E0-8457-BC4B-7621052A76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9772576-C60A-5F71-96B4-22EF93ED2572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A7D50E88-00D2-6E52-F04C-EB453F1394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5"/>
                  <a:stretch>
                    <a:fillRect l="-5747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AB76BC4-6746-650E-B481-B0055B07A6C8}"/>
                </a:ext>
              </a:extLst>
            </p:cNvPr>
            <p:cNvCxnSpPr>
              <a:cxnSpLocks/>
              <a:stCxn id="12" idx="0"/>
              <a:endCxn id="15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D6A2959-0346-BCB8-6938-0A53BC31A076}"/>
                </a:ext>
              </a:extLst>
            </p:cNvPr>
            <p:cNvCxnSpPr>
              <a:cxnSpLocks/>
              <a:stCxn id="15" idx="0"/>
              <a:endCxn id="16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DC02C35-44D0-A068-302C-2BD9DB2A2800}"/>
              </a:ext>
            </a:extLst>
          </p:cNvPr>
          <p:cNvSpPr txBox="1"/>
          <p:nvPr/>
        </p:nvSpPr>
        <p:spPr>
          <a:xfrm>
            <a:off x="6179410" y="5404152"/>
            <a:ext cx="961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laranja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16E33D2-A481-428B-9FA1-82EEF54D2CE3}"/>
              </a:ext>
            </a:extLst>
          </p:cNvPr>
          <p:cNvGrpSpPr/>
          <p:nvPr/>
        </p:nvGrpSpPr>
        <p:grpSpPr>
          <a:xfrm>
            <a:off x="7883106" y="2412092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1" name="Elipse 23">
                  <a:extLst>
                    <a:ext uri="{FF2B5EF4-FFF2-40B4-BE49-F238E27FC236}">
                      <a16:creationId xmlns:a16="http://schemas.microsoft.com/office/drawing/2014/main" id="{03D2937B-ABD1-22B8-909B-3B66EEC1F4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8F2B5CF-3875-AE7B-C8BB-7F0F1E656F45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3" name="Elipse 23">
                  <a:extLst>
                    <a:ext uri="{FF2B5EF4-FFF2-40B4-BE49-F238E27FC236}">
                      <a16:creationId xmlns:a16="http://schemas.microsoft.com/office/drawing/2014/main" id="{EA91B035-4018-5495-CF70-EB60D1F94C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7"/>
                  <a:stretch>
                    <a:fillRect l="-5747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A0B8BC6-D720-CC6B-0F32-3675C7E7D44B}"/>
                </a:ext>
              </a:extLst>
            </p:cNvPr>
            <p:cNvCxnSpPr>
              <a:cxnSpLocks/>
              <a:stCxn id="21" idx="0"/>
              <a:endCxn id="22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139AAF-04BE-C58C-983E-11F0FA0E823E}"/>
                </a:ext>
              </a:extLst>
            </p:cNvPr>
            <p:cNvCxnSpPr>
              <a:cxnSpLocks/>
              <a:stCxn id="22" idx="0"/>
              <a:endCxn id="23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A101C39-6F96-DA77-AFE4-46FCECB99E0C}"/>
              </a:ext>
            </a:extLst>
          </p:cNvPr>
          <p:cNvSpPr txBox="1"/>
          <p:nvPr/>
        </p:nvSpPr>
        <p:spPr>
          <a:xfrm>
            <a:off x="8219819" y="5382242"/>
            <a:ext cx="624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está</a:t>
            </a:r>
            <a:endParaRPr lang="pt-BR" sz="2000" b="1" dirty="0">
              <a:solidFill>
                <a:srgbClr val="00B0F0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44B82E7-A2FC-ABBE-7E3A-887EFED1A1FE}"/>
              </a:ext>
            </a:extLst>
          </p:cNvPr>
          <p:cNvGrpSpPr/>
          <p:nvPr/>
        </p:nvGrpSpPr>
        <p:grpSpPr>
          <a:xfrm>
            <a:off x="9796731" y="2413334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Elipse 23">
                  <a:extLst>
                    <a:ext uri="{FF2B5EF4-FFF2-40B4-BE49-F238E27FC236}">
                      <a16:creationId xmlns:a16="http://schemas.microsoft.com/office/drawing/2014/main" id="{DA200414-967A-A43A-490D-400DCA24A380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8" name="Elipse 23">
                  <a:extLst>
                    <a:ext uri="{FF2B5EF4-FFF2-40B4-BE49-F238E27FC236}">
                      <a16:creationId xmlns:a16="http://schemas.microsoft.com/office/drawing/2014/main" id="{DA200414-967A-A43A-490D-400DCA24A3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37920B0A-A37D-AA38-EC84-9F9F3964277F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Elipse 23">
                  <a:extLst>
                    <a:ext uri="{FF2B5EF4-FFF2-40B4-BE49-F238E27FC236}">
                      <a16:creationId xmlns:a16="http://schemas.microsoft.com/office/drawing/2014/main" id="{6FEA5B52-D3D6-768B-DBA3-410450BF3328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0" name="Elipse 23">
                  <a:extLst>
                    <a:ext uri="{FF2B5EF4-FFF2-40B4-BE49-F238E27FC236}">
                      <a16:creationId xmlns:a16="http://schemas.microsoft.com/office/drawing/2014/main" id="{6FEA5B52-D3D6-768B-DBA3-410450BF33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9"/>
                  <a:stretch>
                    <a:fillRect l="-4545" b="-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0D35AE9-64BF-B9ED-53BA-7B18A9BA1DCC}"/>
                </a:ext>
              </a:extLst>
            </p:cNvPr>
            <p:cNvCxnSpPr>
              <a:cxnSpLocks/>
              <a:stCxn id="28" idx="0"/>
              <a:endCxn id="29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46F4E1A-2F06-5E3C-7313-D39819C75448}"/>
                </a:ext>
              </a:extLst>
            </p:cNvPr>
            <p:cNvCxnSpPr>
              <a:cxnSpLocks/>
              <a:stCxn id="29" idx="0"/>
              <a:endCxn id="30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AC4B73F-C25F-275B-3E12-7079802A7F57}"/>
              </a:ext>
            </a:extLst>
          </p:cNvPr>
          <p:cNvSpPr txBox="1"/>
          <p:nvPr/>
        </p:nvSpPr>
        <p:spPr>
          <a:xfrm>
            <a:off x="9847182" y="5382242"/>
            <a:ext cx="1289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estragada</a:t>
            </a:r>
            <a:endParaRPr lang="pt-BR" sz="2000" b="1" dirty="0">
              <a:solidFill>
                <a:srgbClr val="00B0F0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0CAB28F-98F4-7C33-9D52-22E6F1FCC99F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5446158" y="3753498"/>
            <a:ext cx="523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ADEE7E6-BA14-88DB-B107-564C013BEAEB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7359783" y="3753498"/>
            <a:ext cx="523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194F3FE-B11C-75A4-97C2-12C756E3823C}"/>
              </a:ext>
            </a:extLst>
          </p:cNvPr>
          <p:cNvCxnSpPr>
            <a:cxnSpLocks/>
            <a:stCxn id="22" idx="3"/>
            <a:endCxn id="29" idx="1"/>
          </p:cNvCxnSpPr>
          <p:nvPr/>
        </p:nvCxnSpPr>
        <p:spPr>
          <a:xfrm>
            <a:off x="9273408" y="3753498"/>
            <a:ext cx="523323" cy="12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4F16360-7401-62F0-F668-60EA55054DD5}"/>
                  </a:ext>
                </a:extLst>
              </p:cNvPr>
              <p:cNvSpPr txBox="1"/>
              <p:nvPr/>
            </p:nvSpPr>
            <p:spPr>
              <a:xfrm>
                <a:off x="5379236" y="3291833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4F16360-7401-62F0-F668-60EA55054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236" y="3291833"/>
                <a:ext cx="485339" cy="461665"/>
              </a:xfrm>
              <a:prstGeom prst="rect">
                <a:avLst/>
              </a:prstGeom>
              <a:blipFill>
                <a:blip r:embed="rId10"/>
                <a:stretch>
                  <a:fillRect l="-3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BAD237B-12D8-CCD3-E24A-65564C295943}"/>
                  </a:ext>
                </a:extLst>
              </p:cNvPr>
              <p:cNvSpPr txBox="1"/>
              <p:nvPr/>
            </p:nvSpPr>
            <p:spPr>
              <a:xfrm>
                <a:off x="7316470" y="3291833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BAD237B-12D8-CCD3-E24A-65564C295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470" y="3291833"/>
                <a:ext cx="485339" cy="461665"/>
              </a:xfrm>
              <a:prstGeom prst="rect">
                <a:avLst/>
              </a:prstGeom>
              <a:blipFill>
                <a:blip r:embed="rId11"/>
                <a:stretch>
                  <a:fillRect l="-3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5611A53-8336-13B8-EA75-73636761B42D}"/>
                  </a:ext>
                </a:extLst>
              </p:cNvPr>
              <p:cNvSpPr txBox="1"/>
              <p:nvPr/>
            </p:nvSpPr>
            <p:spPr>
              <a:xfrm>
                <a:off x="9206486" y="3291833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5611A53-8336-13B8-EA75-73636761B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6486" y="3291833"/>
                <a:ext cx="485339" cy="461665"/>
              </a:xfrm>
              <a:prstGeom prst="rect">
                <a:avLst/>
              </a:prstGeom>
              <a:blipFill>
                <a:blip r:embed="rId12"/>
                <a:stretch>
                  <a:fillRect l="-3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6FDAAE2-2633-8FB9-7C47-67E824249D1B}"/>
              </a:ext>
            </a:extLst>
          </p:cNvPr>
          <p:cNvCxnSpPr/>
          <p:nvPr/>
        </p:nvCxnSpPr>
        <p:spPr>
          <a:xfrm flipV="1">
            <a:off x="2915728" y="2415399"/>
            <a:ext cx="0" cy="352538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1252F27-15FA-444B-8545-EC8CDD8D503A}"/>
              </a:ext>
            </a:extLst>
          </p:cNvPr>
          <p:cNvGrpSpPr/>
          <p:nvPr/>
        </p:nvGrpSpPr>
        <p:grpSpPr>
          <a:xfrm>
            <a:off x="973891" y="2564492"/>
            <a:ext cx="1390302" cy="2682813"/>
            <a:chOff x="8610600" y="2578086"/>
            <a:chExt cx="1390302" cy="2682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Elipse 23">
                  <a:extLst>
                    <a:ext uri="{FF2B5EF4-FFF2-40B4-BE49-F238E27FC236}">
                      <a16:creationId xmlns:a16="http://schemas.microsoft.com/office/drawing/2014/main" id="{BE0CE938-EE11-91D1-8235-99D235211B4F}"/>
                    </a:ext>
                  </a:extLst>
                </p:cNvPr>
                <p:cNvSpPr/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9" name="Elipse 23">
                  <a:extLst>
                    <a:ext uri="{FF2B5EF4-FFF2-40B4-BE49-F238E27FC236}">
                      <a16:creationId xmlns:a16="http://schemas.microsoft.com/office/drawing/2014/main" id="{BE0CE938-EE11-91D1-8235-99D235211B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4728488"/>
                  <a:ext cx="532411" cy="532411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005840F6-C6BC-AA41-22BB-FB368BA6822D}"/>
                </a:ext>
              </a:extLst>
            </p:cNvPr>
            <p:cNvSpPr/>
            <p:nvPr/>
          </p:nvSpPr>
          <p:spPr>
            <a:xfrm>
              <a:off x="8610600" y="3540312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Elipse 23">
                  <a:extLst>
                    <a:ext uri="{FF2B5EF4-FFF2-40B4-BE49-F238E27FC236}">
                      <a16:creationId xmlns:a16="http://schemas.microsoft.com/office/drawing/2014/main" id="{BE31C12F-6A67-95DD-DD2B-9370AAB94C29}"/>
                    </a:ext>
                  </a:extLst>
                </p:cNvPr>
                <p:cNvSpPr/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2" name="Elipse 23">
                  <a:extLst>
                    <a:ext uri="{FF2B5EF4-FFF2-40B4-BE49-F238E27FC236}">
                      <a16:creationId xmlns:a16="http://schemas.microsoft.com/office/drawing/2014/main" id="{BE31C12F-6A67-95DD-DD2B-9370AAB94C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546" y="2578086"/>
                  <a:ext cx="532411" cy="532411"/>
                </a:xfrm>
                <a:prstGeom prst="ellipse">
                  <a:avLst/>
                </a:prstGeom>
                <a:blipFill>
                  <a:blip r:embed="rId14"/>
                  <a:stretch>
                    <a:fillRect l="-3448" b="-22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DD60ACA-319D-692C-EB60-C9B0CBE50034}"/>
                </a:ext>
              </a:extLst>
            </p:cNvPr>
            <p:cNvCxnSpPr>
              <a:cxnSpLocks/>
              <a:stCxn id="39" idx="0"/>
              <a:endCxn id="41" idx="2"/>
            </p:cNvCxnSpPr>
            <p:nvPr/>
          </p:nvCxnSpPr>
          <p:spPr>
            <a:xfrm flipH="1" flipV="1">
              <a:off x="9305751" y="4298672"/>
              <a:ext cx="1" cy="429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A77C969-6BB7-09E5-F6E5-457C71B87A0B}"/>
                </a:ext>
              </a:extLst>
            </p:cNvPr>
            <p:cNvCxnSpPr>
              <a:cxnSpLocks/>
              <a:stCxn id="41" idx="0"/>
              <a:endCxn id="42" idx="4"/>
            </p:cNvCxnSpPr>
            <p:nvPr/>
          </p:nvCxnSpPr>
          <p:spPr>
            <a:xfrm flipV="1">
              <a:off x="9305751" y="3110497"/>
              <a:ext cx="1" cy="429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6A19CB1-CFCE-0718-0E11-25BCF2BB0B1F}"/>
              </a:ext>
            </a:extLst>
          </p:cNvPr>
          <p:cNvSpPr txBox="1"/>
          <p:nvPr/>
        </p:nvSpPr>
        <p:spPr>
          <a:xfrm>
            <a:off x="114626" y="5091928"/>
            <a:ext cx="150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Vetor</a:t>
            </a:r>
            <a:r>
              <a:rPr lang="en-US" sz="1400" dirty="0"/>
              <a:t> de Entrada</a:t>
            </a:r>
            <a:endParaRPr lang="pt-BR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814F4D8-497E-7FBC-BF31-8F2410A0070D}"/>
                  </a:ext>
                </a:extLst>
              </p:cNvPr>
              <p:cNvSpPr txBox="1"/>
              <p:nvPr/>
            </p:nvSpPr>
            <p:spPr>
              <a:xfrm>
                <a:off x="2297271" y="3444233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814F4D8-497E-7FBC-BF31-8F2410A00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271" y="3444233"/>
                <a:ext cx="485339" cy="461665"/>
              </a:xfrm>
              <a:prstGeom prst="rect">
                <a:avLst/>
              </a:prstGeom>
              <a:blipFill>
                <a:blip r:embed="rId15"/>
                <a:stretch>
                  <a:fillRect l="-25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EF3F6C10-18BE-8B6E-F661-DFC181921C20}"/>
              </a:ext>
            </a:extLst>
          </p:cNvPr>
          <p:cNvCxnSpPr>
            <a:stCxn id="41" idx="3"/>
            <a:endCxn id="41" idx="1"/>
          </p:cNvCxnSpPr>
          <p:nvPr/>
        </p:nvCxnSpPr>
        <p:spPr>
          <a:xfrm flipH="1">
            <a:off x="973891" y="3905898"/>
            <a:ext cx="1390302" cy="12700"/>
          </a:xfrm>
          <a:prstGeom prst="bentConnector5">
            <a:avLst>
              <a:gd name="adj1" fmla="val -24508"/>
              <a:gd name="adj2" fmla="val -4452071"/>
              <a:gd name="adj3" fmla="val 11644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BEDD24E-A356-F139-50B4-DBF80A39A5B9}"/>
              </a:ext>
            </a:extLst>
          </p:cNvPr>
          <p:cNvSpPr/>
          <p:nvPr/>
        </p:nvSpPr>
        <p:spPr>
          <a:xfrm>
            <a:off x="3131389" y="2277155"/>
            <a:ext cx="8384874" cy="366363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5B81DAE-3BF8-0944-0FB1-3C5129287740}"/>
                  </a:ext>
                </a:extLst>
              </p:cNvPr>
              <p:cNvSpPr txBox="1"/>
              <p:nvPr/>
            </p:nvSpPr>
            <p:spPr>
              <a:xfrm>
                <a:off x="4936230" y="2342733"/>
                <a:ext cx="4199025" cy="588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5B81DAE-3BF8-0944-0FB1-3C5129287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230" y="2342733"/>
                <a:ext cx="4199025" cy="58862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6235ACEF-26D5-2F98-51C2-DA6FCD096C53}"/>
              </a:ext>
            </a:extLst>
          </p:cNvPr>
          <p:cNvSpPr/>
          <p:nvPr/>
        </p:nvSpPr>
        <p:spPr>
          <a:xfrm>
            <a:off x="5727944" y="2342732"/>
            <a:ext cx="2608776" cy="593816"/>
          </a:xfrm>
          <a:prstGeom prst="rect">
            <a:avLst/>
          </a:prstGeom>
          <a:noFill/>
          <a:ln w="38100">
            <a:solidFill>
              <a:srgbClr val="FFB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07ADDBE-1D36-B86D-45E7-F498F91A3EF3}"/>
              </a:ext>
            </a:extLst>
          </p:cNvPr>
          <p:cNvSpPr/>
          <p:nvPr/>
        </p:nvSpPr>
        <p:spPr>
          <a:xfrm>
            <a:off x="5202224" y="3905898"/>
            <a:ext cx="5399640" cy="589029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7F7AA4-B2A2-3BB9-2ED1-FB474E3DFBB2}"/>
              </a:ext>
            </a:extLst>
          </p:cNvPr>
          <p:cNvSpPr txBox="1"/>
          <p:nvPr/>
        </p:nvSpPr>
        <p:spPr>
          <a:xfrm>
            <a:off x="6506664" y="1871871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FF00FF"/>
                </a:solidFill>
              </a:rPr>
              <a:t>saída</a:t>
            </a:r>
            <a:endParaRPr lang="pt-BR" sz="2400" b="1" dirty="0">
              <a:solidFill>
                <a:srgbClr val="FF00FF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860A00-E26C-48AD-F5BD-2A97F871C16D}"/>
              </a:ext>
            </a:extLst>
          </p:cNvPr>
          <p:cNvSpPr txBox="1"/>
          <p:nvPr/>
        </p:nvSpPr>
        <p:spPr>
          <a:xfrm>
            <a:off x="5007287" y="3446795"/>
            <a:ext cx="3985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4">
                    <a:lumMod val="75000"/>
                  </a:schemeClr>
                </a:solidFill>
              </a:rPr>
              <a:t>Atualização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 do </a:t>
            </a:r>
            <a:r>
              <a:rPr lang="en-US" sz="2400" b="1" dirty="0" err="1">
                <a:solidFill>
                  <a:schemeClr val="accent4">
                    <a:lumMod val="75000"/>
                  </a:schemeClr>
                </a:solidFill>
              </a:rPr>
              <a:t>estado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4">
                    <a:lumMod val="75000"/>
                  </a:schemeClr>
                </a:solidFill>
              </a:rPr>
              <a:t>interno</a:t>
            </a:r>
            <a:endParaRPr lang="pt-BR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E27AC32-433E-4D66-423A-0B8C85CF8B23}"/>
                  </a:ext>
                </a:extLst>
              </p:cNvPr>
              <p:cNvSpPr txBox="1"/>
              <p:nvPr/>
            </p:nvSpPr>
            <p:spPr>
              <a:xfrm>
                <a:off x="4556072" y="3890999"/>
                <a:ext cx="6662037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E27AC32-433E-4D66-423A-0B8C85CF8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072" y="3890999"/>
                <a:ext cx="6662037" cy="57868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045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Backpropagation Through Time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9B26A-895F-BD24-4D6B-314E3E3BF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Mesmo algoritmo já conhecido </a:t>
            </a:r>
            <a:r>
              <a:rPr lang="pt-BR" dirty="0">
                <a:sym typeface="Wingdings" panose="05000000000000000000" pitchFamily="2" charset="2"/>
              </a:rPr>
              <a:t> </a:t>
            </a:r>
          </a:p>
          <a:p>
            <a:r>
              <a:rPr lang="pt-BR" dirty="0"/>
              <a:t>Porém agora precisamos considerar múltiplos passos (</a:t>
            </a:r>
            <a:r>
              <a:rPr lang="pt-BR" i="1" dirty="0" err="1"/>
              <a:t>timesteps</a:t>
            </a:r>
            <a:r>
              <a:rPr lang="pt-BR" i="1" dirty="0"/>
              <a:t>)</a:t>
            </a:r>
          </a:p>
          <a:p>
            <a:pPr lvl="1"/>
            <a:r>
              <a:rPr lang="pt-BR" dirty="0"/>
              <a:t>O mesmo peso influencia a saída de várias formas diferentes conforme diferentes </a:t>
            </a:r>
            <a:r>
              <a:rPr lang="pt-BR" i="1" dirty="0" err="1"/>
              <a:t>timesteps</a:t>
            </a:r>
            <a:endParaRPr lang="pt-BR" i="1" dirty="0"/>
          </a:p>
          <a:p>
            <a:pPr lvl="1"/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2414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Backpropagation Through Time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Vamos fazer a rede recorrente mais simples possível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36</a:t>
            </a:fld>
            <a:endParaRPr lang="pt-B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5119758" y="2523385"/>
            <a:ext cx="2669894" cy="3832965"/>
            <a:chOff x="8610599" y="1828669"/>
            <a:chExt cx="2669894" cy="38329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B62CD2E5-803C-BB5C-EA65-6CD7136C0A08}"/>
                    </a:ext>
                  </a:extLst>
                </p:cNvPr>
                <p:cNvSpPr/>
                <p:nvPr/>
              </p:nvSpPr>
              <p:spPr>
                <a:xfrm>
                  <a:off x="9674540" y="1828669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B62CD2E5-803C-BB5C-EA65-6CD7136C0A0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4540" y="1828669"/>
                  <a:ext cx="532411" cy="532411"/>
                </a:xfrm>
                <a:prstGeom prst="ellipse">
                  <a:avLst/>
                </a:prstGeom>
                <a:blipFill>
                  <a:blip r:embed="rId4"/>
                  <a:stretch>
                    <a:fillRect l="-2273" b="-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5546" y="4429254"/>
              <a:ext cx="2354" cy="6999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7749299" y="3845097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9299" y="3845097"/>
                <a:ext cx="485339" cy="461665"/>
              </a:xfrm>
              <a:prstGeom prst="rect">
                <a:avLst/>
              </a:prstGeom>
              <a:blipFill>
                <a:blip r:embed="rId5"/>
                <a:stretch>
                  <a:fillRect l="-2500" b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A8072F3-389E-4B1E-9A2A-69F36A7F4300}"/>
              </a:ext>
            </a:extLst>
          </p:cNvPr>
          <p:cNvCxnSpPr>
            <a:cxnSpLocks/>
            <a:stCxn id="29" idx="3"/>
            <a:endCxn id="24" idx="1"/>
          </p:cNvCxnSpPr>
          <p:nvPr/>
        </p:nvCxnSpPr>
        <p:spPr>
          <a:xfrm flipH="1">
            <a:off x="5239607" y="4313924"/>
            <a:ext cx="2434905" cy="12700"/>
          </a:xfrm>
          <a:prstGeom prst="bentConnector5">
            <a:avLst>
              <a:gd name="adj1" fmla="val -15411"/>
              <a:gd name="adj2" fmla="val 9994803"/>
              <a:gd name="adj3" fmla="val 11541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5822064" y="4767775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064" y="4767775"/>
                <a:ext cx="1269990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5239607" y="4135826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607" y="4135826"/>
                <a:ext cx="869349" cy="356195"/>
              </a:xfrm>
              <a:prstGeom prst="roundRect">
                <a:avLst/>
              </a:prstGeom>
              <a:blipFill>
                <a:blip r:embed="rId7"/>
                <a:stretch>
                  <a:fillRect l="-6250"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6918526" y="4135826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526" y="4135826"/>
                <a:ext cx="755986" cy="35619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6283531" y="4135826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3531" y="4135826"/>
                <a:ext cx="349150" cy="356195"/>
              </a:xfrm>
              <a:prstGeom prst="ellipse">
                <a:avLst/>
              </a:prstGeom>
              <a:blipFill>
                <a:blip r:embed="rId9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6457059" y="4492021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6108956" y="4313924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6632681" y="4313924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5793665" y="3485845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665" y="3485845"/>
                <a:ext cx="1326788" cy="356195"/>
              </a:xfrm>
              <a:prstGeom prst="roundRect">
                <a:avLst/>
              </a:prstGeom>
              <a:blipFill>
                <a:blip r:embed="rId10"/>
                <a:stretch>
                  <a:fillRect b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6972545" y="3811852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82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53F2-45A3-8A82-B29A-ABE51FA41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AF11-B484-DBE9-740F-7818E905E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80D34-980A-4F6B-CA4C-D9FB14824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37</a:t>
            </a:fld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2DDCD-BA63-5847-1C23-2348EDF0CE38}"/>
              </a:ext>
            </a:extLst>
          </p:cNvPr>
          <p:cNvSpPr txBox="1"/>
          <p:nvPr/>
        </p:nvSpPr>
        <p:spPr>
          <a:xfrm>
            <a:off x="127000" y="544652"/>
            <a:ext cx="11938000" cy="56323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class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RNNSimples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Module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20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20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20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20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20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 -&gt; </a:t>
            </a:r>
            <a:r>
              <a:rPr lang="pt-BR" sz="20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None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20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super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().</a:t>
            </a:r>
            <a:r>
              <a:rPr lang="pt-BR" sz="20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20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20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theta_hh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20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0.5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requires_grad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20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True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bias_h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20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0.0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requires_grad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20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True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theta_xh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20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0.5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requires_grad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20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True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theta_hy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20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1.0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requires_grad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20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True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bias_y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20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0.0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requires_grad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20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True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b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</a:b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20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20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forward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20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20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20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20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0.0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)):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20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20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20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theta_xh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20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20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20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theta_hh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20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bias_h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20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20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20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theta_hy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20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bias_y</a:t>
            </a:r>
            <a:endParaRPr lang="pt-BR" sz="20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2000" b="0" dirty="0" err="1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return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20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20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20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</a:t>
            </a:r>
            <a:endParaRPr lang="pt-BR" sz="20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56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Forward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Vamos fazer a rede recorrente mais simples possível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38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5119758" y="2523385"/>
            <a:ext cx="2669894" cy="3832965"/>
            <a:chOff x="8610599" y="1828669"/>
            <a:chExt cx="2669894" cy="38329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B62CD2E5-803C-BB5C-EA65-6CD7136C0A08}"/>
                    </a:ext>
                  </a:extLst>
                </p:cNvPr>
                <p:cNvSpPr/>
                <p:nvPr/>
              </p:nvSpPr>
              <p:spPr>
                <a:xfrm>
                  <a:off x="9674540" y="1828669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B62CD2E5-803C-BB5C-EA65-6CD7136C0A0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4540" y="1828669"/>
                  <a:ext cx="532411" cy="532411"/>
                </a:xfrm>
                <a:prstGeom prst="ellipse">
                  <a:avLst/>
                </a:prstGeom>
                <a:blipFill>
                  <a:blip r:embed="rId4"/>
                  <a:stretch>
                    <a:fillRect l="-2273" b="-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5546" y="4429254"/>
              <a:ext cx="2354" cy="6999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7591629" y="394130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1629" y="3941309"/>
                <a:ext cx="154791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A8072F3-389E-4B1E-9A2A-69F36A7F4300}"/>
              </a:ext>
            </a:extLst>
          </p:cNvPr>
          <p:cNvCxnSpPr>
            <a:cxnSpLocks/>
            <a:stCxn id="29" idx="3"/>
            <a:endCxn id="24" idx="1"/>
          </p:cNvCxnSpPr>
          <p:nvPr/>
        </p:nvCxnSpPr>
        <p:spPr>
          <a:xfrm flipH="1">
            <a:off x="5239607" y="4313924"/>
            <a:ext cx="2434905" cy="12700"/>
          </a:xfrm>
          <a:prstGeom prst="bentConnector5">
            <a:avLst>
              <a:gd name="adj1" fmla="val -15411"/>
              <a:gd name="adj2" fmla="val 9994803"/>
              <a:gd name="adj3" fmla="val 11541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5822064" y="4767775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064" y="4767775"/>
                <a:ext cx="1269990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5239607" y="4135826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607" y="4135826"/>
                <a:ext cx="869349" cy="356195"/>
              </a:xfrm>
              <a:prstGeom prst="roundRect">
                <a:avLst/>
              </a:prstGeom>
              <a:blipFill>
                <a:blip r:embed="rId7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6918526" y="4135826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526" y="4135826"/>
                <a:ext cx="755986" cy="35619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6283531" y="4135826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3531" y="4135826"/>
                <a:ext cx="349150" cy="356195"/>
              </a:xfrm>
              <a:prstGeom prst="ellipse">
                <a:avLst/>
              </a:prstGeom>
              <a:blipFill>
                <a:blip r:embed="rId9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6457059" y="4492021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6108956" y="4313924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6632681" y="4313924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5793665" y="3485845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665" y="3485845"/>
                <a:ext cx="1326788" cy="356195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6972545" y="3811852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41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Forward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Vamos fazer a rede recorrente mais simples possível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39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3213320" y="2523385"/>
            <a:ext cx="2669894" cy="3832965"/>
            <a:chOff x="8610599" y="1828669"/>
            <a:chExt cx="2669894" cy="38329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5546" y="4429254"/>
              <a:ext cx="2354" cy="6999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5298252" y="3756643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252" y="3756643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3915626" y="4767775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26" y="4767775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3333169" y="4135826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69" y="4135826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5012088" y="4135826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088" y="4135826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4377093" y="4135826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093" y="4135826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4550621" y="4492021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4202518" y="4313924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4726243" y="4313924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3887227" y="3485845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227" y="3485845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5066107" y="3811852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6920941" y="2523385"/>
            <a:ext cx="2669894" cy="3832965"/>
            <a:chOff x="8610599" y="1828669"/>
            <a:chExt cx="2669894" cy="38329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5546" y="4429254"/>
              <a:ext cx="2354" cy="6999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9392812" y="394130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812" y="3941309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7623247" y="4767775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247" y="4767775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7040790" y="4135826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790" y="4135826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8719709" y="4135826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709" y="4135826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8084714" y="4135826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4714" y="4135826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8258242" y="4492021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7910139" y="4313924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433864" y="4313924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7594848" y="3485845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4848" y="3485845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8773728" y="3811852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5768074" y="4313924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7642051" y="2618996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051" y="2618996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3903673" y="2606959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673" y="2606959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939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Calcular</a:t>
            </a:r>
            <a:r>
              <a:rPr lang="en-US" dirty="0"/>
              <a:t> a Loss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Vamos fazer a rede recorrente mais simples possível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40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3213320" y="2523385"/>
            <a:ext cx="2669894" cy="3832965"/>
            <a:chOff x="8610599" y="1828669"/>
            <a:chExt cx="2669894" cy="38329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5546" y="4429254"/>
              <a:ext cx="2354" cy="6999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5298252" y="3756643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252" y="3756643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3915626" y="4767775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26" y="4767775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3333169" y="4135826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69" y="4135826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5012088" y="4135826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088" y="4135826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4377093" y="4135826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093" y="4135826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4550621" y="4492021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4202518" y="4313924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4726243" y="4313924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3887227" y="3485845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227" y="3485845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5066107" y="3811852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6920941" y="2523385"/>
            <a:ext cx="2669894" cy="3832965"/>
            <a:chOff x="8610599" y="1828669"/>
            <a:chExt cx="2669894" cy="38329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5546" y="4429254"/>
              <a:ext cx="2354" cy="6999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9392812" y="394130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812" y="3941309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7623247" y="4767775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247" y="4767775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7040790" y="4135826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790" y="4135826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8719709" y="4135826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709" y="4135826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8084714" y="4135826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4714" y="4135826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8258242" y="4492021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7910139" y="4313924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433864" y="4313924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7594848" y="3485845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4848" y="3485845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8773728" y="3811852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5768074" y="4313924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7642051" y="2618996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051" y="2618996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3903673" y="2606959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673" y="2606959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8520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53F2-45A3-8A82-B29A-ABE51FA41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AF11-B484-DBE9-740F-7818E905E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80D34-980A-4F6B-CA4C-D9FB14824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41</a:t>
            </a:fld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2DDCD-BA63-5847-1C23-2348EDF0CE38}"/>
              </a:ext>
            </a:extLst>
          </p:cNvPr>
          <p:cNvSpPr txBox="1"/>
          <p:nvPr/>
        </p:nvSpPr>
        <p:spPr>
          <a:xfrm>
            <a:off x="1651000" y="15668"/>
            <a:ext cx="8978900" cy="39703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14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class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RNNSimples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Module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4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4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4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4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 -&gt; </a:t>
            </a:r>
            <a:r>
              <a:rPr lang="pt-BR" sz="14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None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</a:p>
          <a:p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4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super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().</a:t>
            </a:r>
            <a:r>
              <a:rPr lang="pt-BR" sz="14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4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4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theta_hh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</a:p>
          <a:p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4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0.5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requires_grad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14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True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bias_h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</a:p>
          <a:p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4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0.0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requires_grad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14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True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theta_xh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</a:p>
          <a:p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4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0.5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requires_grad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14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True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theta_hy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</a:p>
          <a:p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4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1.0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requires_grad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14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True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bias_y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</a:p>
          <a:p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4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0.0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requires_grad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14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True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b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</a:b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4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4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forward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4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0.0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)):</a:t>
            </a:r>
          </a:p>
          <a:p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4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theta_xh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4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4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theta_hh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4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bias_h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4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theta_hy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4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bias_y</a:t>
            </a:r>
            <a:endParaRPr lang="pt-BR" sz="14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400" b="0" dirty="0" err="1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return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</a:t>
            </a:r>
            <a:endParaRPr lang="pt-BR" sz="14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7A58C3-8045-BEE4-E691-20535EE7A8BE}"/>
              </a:ext>
            </a:extLst>
          </p:cNvPr>
          <p:cNvSpPr txBox="1"/>
          <p:nvPr/>
        </p:nvSpPr>
        <p:spPr>
          <a:xfrm>
            <a:off x="1651000" y="4072622"/>
            <a:ext cx="8978900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model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RNNSimples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en-US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[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1.0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2.0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)]</a:t>
            </a:r>
          </a:p>
          <a:p>
            <a:r>
              <a:rPr lang="en-US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3.0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0.0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x_i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y_hat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en-US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model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x_i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</a:br>
            <a:r>
              <a:rPr lang="en-US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loss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((</a:t>
            </a:r>
            <a:r>
              <a:rPr lang="en-US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y_hat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)**</a:t>
            </a:r>
            <a:r>
              <a:rPr lang="en-US" sz="14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)/</a:t>
            </a:r>
            <a:r>
              <a:rPr lang="en-US" sz="14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endParaRPr lang="en-US" sz="14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en-US" sz="14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print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f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'y_hat</a:t>
            </a:r>
            <a:r>
              <a:rPr lang="en-US" sz="14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: </a:t>
            </a:r>
            <a:r>
              <a:rPr lang="en-US" sz="14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{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y_hat</a:t>
            </a:r>
            <a:r>
              <a:rPr lang="en-US" sz="14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}</a:t>
            </a:r>
            <a:r>
              <a:rPr lang="en-US" sz="14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print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f</a:t>
            </a:r>
            <a:r>
              <a:rPr lang="en-US" sz="14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’ loss: </a:t>
            </a:r>
            <a:r>
              <a:rPr lang="en-US" sz="14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{</a:t>
            </a:r>
            <a:r>
              <a:rPr lang="en-US" sz="14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loss</a:t>
            </a:r>
            <a:r>
              <a:rPr lang="en-US" sz="14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}</a:t>
            </a:r>
            <a:r>
              <a:rPr lang="en-US" sz="14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E2A5AC-CA6E-6864-2BFD-DA1554335D48}"/>
              </a:ext>
            </a:extLst>
          </p:cNvPr>
          <p:cNvSpPr txBox="1"/>
          <p:nvPr/>
        </p:nvSpPr>
        <p:spPr>
          <a:xfrm>
            <a:off x="1638300" y="6330503"/>
            <a:ext cx="6972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0" i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y_hat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 0.8428860902786255 </a:t>
            </a:r>
          </a:p>
          <a:p>
            <a:r>
              <a:rPr lang="es-ES" sz="1600" b="0" i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es-ES" sz="1600" b="0" i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loss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 2.326570510864258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912368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Computar</a:t>
            </a:r>
            <a:r>
              <a:rPr lang="en-US" dirty="0"/>
              <a:t> o </a:t>
            </a:r>
            <a:r>
              <a:rPr lang="en-US" i="1" dirty="0"/>
              <a:t>Backward Pass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42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4505493" y="1651231"/>
            <a:ext cx="2669894" cy="3832965"/>
            <a:chOff x="8610599" y="1828669"/>
            <a:chExt cx="2669894" cy="38329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5546" y="4429254"/>
              <a:ext cx="2354" cy="6999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5842794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494691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6018416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6358280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8213114" y="1651231"/>
            <a:ext cx="2669894" cy="3832965"/>
            <a:chOff x="8610599" y="1828669"/>
            <a:chExt cx="2669894" cy="38329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5546" y="4429254"/>
              <a:ext cx="2354" cy="6999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9550415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202312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726037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10065901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7060247" y="3441770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5FF494-FB2D-06B5-6CB6-E0F154828127}"/>
                  </a:ext>
                </a:extLst>
              </p:cNvPr>
              <p:cNvSpPr txBox="1"/>
              <p:nvPr/>
            </p:nvSpPr>
            <p:spPr>
              <a:xfrm>
                <a:off x="18258" y="4887066"/>
                <a:ext cx="1807354" cy="697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5FF494-FB2D-06B5-6CB6-E0F154828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8" y="4887066"/>
                <a:ext cx="1807354" cy="69737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BEF96A-B0C4-972E-4802-563CA98300A7}"/>
              </a:ext>
            </a:extLst>
          </p:cNvPr>
          <p:cNvCxnSpPr>
            <a:cxnSpLocks/>
          </p:cNvCxnSpPr>
          <p:nvPr/>
        </p:nvCxnSpPr>
        <p:spPr>
          <a:xfrm>
            <a:off x="10031927" y="2104137"/>
            <a:ext cx="0" cy="6405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50D1150-ACD8-E999-16C0-9ABD623F8630}"/>
              </a:ext>
            </a:extLst>
          </p:cNvPr>
          <p:cNvSpPr/>
          <p:nvPr/>
        </p:nvSpPr>
        <p:spPr>
          <a:xfrm>
            <a:off x="95178" y="4887066"/>
            <a:ext cx="1618212" cy="697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388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Computar</a:t>
            </a:r>
            <a:r>
              <a:rPr lang="en-US" dirty="0"/>
              <a:t> o </a:t>
            </a:r>
            <a:r>
              <a:rPr lang="en-US" i="1" dirty="0"/>
              <a:t>Backward Pass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43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4505493" y="1651231"/>
            <a:ext cx="2669894" cy="3832965"/>
            <a:chOff x="8610599" y="1828669"/>
            <a:chExt cx="2669894" cy="38329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5546" y="4429254"/>
              <a:ext cx="2354" cy="6999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5842794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494691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6018416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6358280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8213114" y="1651231"/>
            <a:ext cx="2669894" cy="3832965"/>
            <a:chOff x="8610599" y="1828669"/>
            <a:chExt cx="2669894" cy="38329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5546" y="4429254"/>
              <a:ext cx="2354" cy="6999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9550415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202312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726037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10065901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7060247" y="3441770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5FF494-FB2D-06B5-6CB6-E0F154828127}"/>
                  </a:ext>
                </a:extLst>
              </p:cNvPr>
              <p:cNvSpPr txBox="1"/>
              <p:nvPr/>
            </p:nvSpPr>
            <p:spPr>
              <a:xfrm>
                <a:off x="18258" y="4887066"/>
                <a:ext cx="3403881" cy="697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5FF494-FB2D-06B5-6CB6-E0F154828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8" y="4887066"/>
                <a:ext cx="3403881" cy="69737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BEF96A-B0C4-972E-4802-563CA98300A7}"/>
              </a:ext>
            </a:extLst>
          </p:cNvPr>
          <p:cNvCxnSpPr>
            <a:cxnSpLocks/>
          </p:cNvCxnSpPr>
          <p:nvPr/>
        </p:nvCxnSpPr>
        <p:spPr>
          <a:xfrm>
            <a:off x="10031927" y="2104137"/>
            <a:ext cx="0" cy="6405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50D1150-ACD8-E999-16C0-9ABD623F8630}"/>
              </a:ext>
            </a:extLst>
          </p:cNvPr>
          <p:cNvSpPr/>
          <p:nvPr/>
        </p:nvSpPr>
        <p:spPr>
          <a:xfrm>
            <a:off x="95178" y="4887066"/>
            <a:ext cx="3251871" cy="697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0951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Computar</a:t>
            </a:r>
            <a:r>
              <a:rPr lang="en-US" dirty="0"/>
              <a:t> o </a:t>
            </a:r>
            <a:r>
              <a:rPr lang="en-US" i="1" dirty="0"/>
              <a:t>Backward Pass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44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4505493" y="1651231"/>
            <a:ext cx="2669894" cy="3832965"/>
            <a:chOff x="8610599" y="1828669"/>
            <a:chExt cx="2669894" cy="38329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5546" y="4429254"/>
              <a:ext cx="2354" cy="6999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5842794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494691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6018416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6358280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8213114" y="1651231"/>
            <a:ext cx="2669894" cy="3832965"/>
            <a:chOff x="8610599" y="1828669"/>
            <a:chExt cx="2669894" cy="38329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5546" y="4429254"/>
              <a:ext cx="2354" cy="6999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9550415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202312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726037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10065901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7060247" y="3441770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5FF494-FB2D-06B5-6CB6-E0F154828127}"/>
                  </a:ext>
                </a:extLst>
              </p:cNvPr>
              <p:cNvSpPr txBox="1"/>
              <p:nvPr/>
            </p:nvSpPr>
            <p:spPr>
              <a:xfrm>
                <a:off x="0" y="5369727"/>
                <a:ext cx="3403881" cy="697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5FF494-FB2D-06B5-6CB6-E0F154828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69727"/>
                <a:ext cx="3403881" cy="69737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BEF96A-B0C4-972E-4802-563CA98300A7}"/>
              </a:ext>
            </a:extLst>
          </p:cNvPr>
          <p:cNvCxnSpPr>
            <a:cxnSpLocks/>
          </p:cNvCxnSpPr>
          <p:nvPr/>
        </p:nvCxnSpPr>
        <p:spPr>
          <a:xfrm>
            <a:off x="10031927" y="2104137"/>
            <a:ext cx="0" cy="6405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D124E9-2346-944E-10DC-976D8677C29D}"/>
                  </a:ext>
                </a:extLst>
              </p:cNvPr>
              <p:cNvSpPr txBox="1"/>
              <p:nvPr/>
            </p:nvSpPr>
            <p:spPr>
              <a:xfrm>
                <a:off x="-1" y="6101175"/>
                <a:ext cx="2970364" cy="697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D124E9-2346-944E-10DC-976D8677C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101175"/>
                <a:ext cx="2970364" cy="69737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0C12818E-3A4B-502F-8336-93C12DC75042}"/>
              </a:ext>
            </a:extLst>
          </p:cNvPr>
          <p:cNvSpPr/>
          <p:nvPr/>
        </p:nvSpPr>
        <p:spPr>
          <a:xfrm>
            <a:off x="76920" y="6101175"/>
            <a:ext cx="2829178" cy="697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031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Computar</a:t>
            </a:r>
            <a:r>
              <a:rPr lang="en-US" dirty="0"/>
              <a:t> o </a:t>
            </a:r>
            <a:r>
              <a:rPr lang="en-US" i="1" dirty="0"/>
              <a:t>Backward Pass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45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4505493" y="1651231"/>
            <a:ext cx="2669894" cy="3832965"/>
            <a:chOff x="8610599" y="1828669"/>
            <a:chExt cx="2669894" cy="38329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5546" y="4429254"/>
              <a:ext cx="2354" cy="6999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5842794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494691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6018416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6358280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8213114" y="1651231"/>
            <a:ext cx="2669894" cy="3832965"/>
            <a:chOff x="8610599" y="1828669"/>
            <a:chExt cx="2669894" cy="38329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5546" y="4429254"/>
              <a:ext cx="2354" cy="6999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9550415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202312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726037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10065901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7060247" y="3441770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5FF494-FB2D-06B5-6CB6-E0F154828127}"/>
                  </a:ext>
                </a:extLst>
              </p:cNvPr>
              <p:cNvSpPr txBox="1"/>
              <p:nvPr/>
            </p:nvSpPr>
            <p:spPr>
              <a:xfrm>
                <a:off x="0" y="5369727"/>
                <a:ext cx="6585716" cy="697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0.843−3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∗0.843=−1.818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5FF494-FB2D-06B5-6CB6-E0F154828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69727"/>
                <a:ext cx="6585716" cy="69737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BEF96A-B0C4-972E-4802-563CA98300A7}"/>
              </a:ext>
            </a:extLst>
          </p:cNvPr>
          <p:cNvCxnSpPr>
            <a:cxnSpLocks/>
          </p:cNvCxnSpPr>
          <p:nvPr/>
        </p:nvCxnSpPr>
        <p:spPr>
          <a:xfrm>
            <a:off x="10031927" y="2104137"/>
            <a:ext cx="0" cy="6405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D124E9-2346-944E-10DC-976D8677C29D}"/>
                  </a:ext>
                </a:extLst>
              </p:cNvPr>
              <p:cNvSpPr txBox="1"/>
              <p:nvPr/>
            </p:nvSpPr>
            <p:spPr>
              <a:xfrm>
                <a:off x="-1" y="6101175"/>
                <a:ext cx="5806911" cy="697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∗1=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0.843−3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∗1=−2.157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D124E9-2346-944E-10DC-976D8677C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101175"/>
                <a:ext cx="5806911" cy="69737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591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Computar</a:t>
            </a:r>
            <a:r>
              <a:rPr lang="en-US" dirty="0"/>
              <a:t> o </a:t>
            </a:r>
            <a:r>
              <a:rPr lang="en-US" i="1" dirty="0"/>
              <a:t>Backward Pass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46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4505493" y="1651231"/>
            <a:ext cx="2669894" cy="3485531"/>
            <a:chOff x="8610599" y="1828669"/>
            <a:chExt cx="2669894" cy="34855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7900" y="4429254"/>
              <a:ext cx="0" cy="35253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5842794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494691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6018416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6358280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8213114" y="1651231"/>
            <a:ext cx="2669894" cy="3507906"/>
            <a:chOff x="8610599" y="1828669"/>
            <a:chExt cx="2669894" cy="3507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7900" y="4429254"/>
              <a:ext cx="0" cy="3749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9550415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202312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726037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10065901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7060247" y="3441770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5FF494-FB2D-06B5-6CB6-E0F154828127}"/>
                  </a:ext>
                </a:extLst>
              </p:cNvPr>
              <p:cNvSpPr txBox="1"/>
              <p:nvPr/>
            </p:nvSpPr>
            <p:spPr>
              <a:xfrm>
                <a:off x="0" y="5369727"/>
                <a:ext cx="3403881" cy="697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5FF494-FB2D-06B5-6CB6-E0F154828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69727"/>
                <a:ext cx="3403881" cy="69737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BEF96A-B0C4-972E-4802-563CA98300A7}"/>
              </a:ext>
            </a:extLst>
          </p:cNvPr>
          <p:cNvCxnSpPr>
            <a:cxnSpLocks/>
          </p:cNvCxnSpPr>
          <p:nvPr/>
        </p:nvCxnSpPr>
        <p:spPr>
          <a:xfrm>
            <a:off x="10031927" y="2104137"/>
            <a:ext cx="0" cy="6405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D124E9-2346-944E-10DC-976D8677C29D}"/>
                  </a:ext>
                </a:extLst>
              </p:cNvPr>
              <p:cNvSpPr txBox="1"/>
              <p:nvPr/>
            </p:nvSpPr>
            <p:spPr>
              <a:xfrm>
                <a:off x="-1" y="6101175"/>
                <a:ext cx="2970364" cy="697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D124E9-2346-944E-10DC-976D8677C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101175"/>
                <a:ext cx="2970364" cy="69737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0C12818E-3A4B-502F-8336-93C12DC75042}"/>
              </a:ext>
            </a:extLst>
          </p:cNvPr>
          <p:cNvSpPr/>
          <p:nvPr/>
        </p:nvSpPr>
        <p:spPr>
          <a:xfrm>
            <a:off x="4080101" y="5363085"/>
            <a:ext cx="4252861" cy="697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B19490B-2023-5C9F-7D80-872C448149CD}"/>
              </a:ext>
            </a:extLst>
          </p:cNvPr>
          <p:cNvCxnSpPr>
            <a:cxnSpLocks/>
          </p:cNvCxnSpPr>
          <p:nvPr/>
        </p:nvCxnSpPr>
        <p:spPr>
          <a:xfrm>
            <a:off x="10011882" y="2682815"/>
            <a:ext cx="673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FE89D5F-F3D2-E82C-A48A-AA2F03320642}"/>
              </a:ext>
            </a:extLst>
          </p:cNvPr>
          <p:cNvCxnSpPr>
            <a:cxnSpLocks/>
          </p:cNvCxnSpPr>
          <p:nvPr/>
        </p:nvCxnSpPr>
        <p:spPr>
          <a:xfrm>
            <a:off x="10647881" y="2682815"/>
            <a:ext cx="0" cy="6556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4B402F6-582F-A1AE-8CDC-DB96DFE8A695}"/>
              </a:ext>
            </a:extLst>
          </p:cNvPr>
          <p:cNvCxnSpPr>
            <a:cxnSpLocks/>
          </p:cNvCxnSpPr>
          <p:nvPr/>
        </p:nvCxnSpPr>
        <p:spPr>
          <a:xfrm flipH="1">
            <a:off x="5835640" y="3334972"/>
            <a:ext cx="481224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AE75EC9-BF8D-1312-C4CF-CFF60754B387}"/>
              </a:ext>
            </a:extLst>
          </p:cNvPr>
          <p:cNvCxnSpPr>
            <a:cxnSpLocks/>
          </p:cNvCxnSpPr>
          <p:nvPr/>
        </p:nvCxnSpPr>
        <p:spPr>
          <a:xfrm>
            <a:off x="5910402" y="3334972"/>
            <a:ext cx="0" cy="7625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0DB0486-797E-0E4F-6F88-E5C7DF903437}"/>
              </a:ext>
            </a:extLst>
          </p:cNvPr>
          <p:cNvCxnSpPr>
            <a:cxnSpLocks/>
          </p:cNvCxnSpPr>
          <p:nvPr/>
        </p:nvCxnSpPr>
        <p:spPr>
          <a:xfrm>
            <a:off x="9583353" y="3334972"/>
            <a:ext cx="0" cy="7625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/>
              <p:nvPr/>
            </p:nvSpPr>
            <p:spPr>
              <a:xfrm>
                <a:off x="3975492" y="5357606"/>
                <a:ext cx="4469768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𝑥h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𝑥h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𝑥h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492" y="5357606"/>
                <a:ext cx="4469768" cy="71468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48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Computar</a:t>
            </a:r>
            <a:r>
              <a:rPr lang="en-US" dirty="0"/>
              <a:t> o </a:t>
            </a:r>
            <a:r>
              <a:rPr lang="en-US" i="1" dirty="0"/>
              <a:t>Backward Pass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47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4505493" y="1651231"/>
            <a:ext cx="2669894" cy="3485531"/>
            <a:chOff x="8610599" y="1828669"/>
            <a:chExt cx="2669894" cy="34855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7900" y="4429254"/>
              <a:ext cx="0" cy="35253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5842794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494691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6018416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6358280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8213114" y="1651231"/>
            <a:ext cx="2669894" cy="3507906"/>
            <a:chOff x="8610599" y="1828669"/>
            <a:chExt cx="2669894" cy="3507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7900" y="4429254"/>
              <a:ext cx="0" cy="3749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9550415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202312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726037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10065901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7060247" y="3441770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BEF96A-B0C4-972E-4802-563CA98300A7}"/>
              </a:ext>
            </a:extLst>
          </p:cNvPr>
          <p:cNvCxnSpPr>
            <a:cxnSpLocks/>
          </p:cNvCxnSpPr>
          <p:nvPr/>
        </p:nvCxnSpPr>
        <p:spPr>
          <a:xfrm>
            <a:off x="10031927" y="2104137"/>
            <a:ext cx="0" cy="6405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0C12818E-3A4B-502F-8336-93C12DC75042}"/>
              </a:ext>
            </a:extLst>
          </p:cNvPr>
          <p:cNvSpPr/>
          <p:nvPr/>
        </p:nvSpPr>
        <p:spPr>
          <a:xfrm>
            <a:off x="103258" y="5214883"/>
            <a:ext cx="10798483" cy="697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B19490B-2023-5C9F-7D80-872C448149CD}"/>
              </a:ext>
            </a:extLst>
          </p:cNvPr>
          <p:cNvCxnSpPr>
            <a:cxnSpLocks/>
          </p:cNvCxnSpPr>
          <p:nvPr/>
        </p:nvCxnSpPr>
        <p:spPr>
          <a:xfrm>
            <a:off x="10011882" y="2682815"/>
            <a:ext cx="673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FE89D5F-F3D2-E82C-A48A-AA2F03320642}"/>
              </a:ext>
            </a:extLst>
          </p:cNvPr>
          <p:cNvCxnSpPr>
            <a:cxnSpLocks/>
          </p:cNvCxnSpPr>
          <p:nvPr/>
        </p:nvCxnSpPr>
        <p:spPr>
          <a:xfrm>
            <a:off x="10647881" y="2682815"/>
            <a:ext cx="0" cy="6556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4B402F6-582F-A1AE-8CDC-DB96DFE8A695}"/>
              </a:ext>
            </a:extLst>
          </p:cNvPr>
          <p:cNvCxnSpPr>
            <a:cxnSpLocks/>
          </p:cNvCxnSpPr>
          <p:nvPr/>
        </p:nvCxnSpPr>
        <p:spPr>
          <a:xfrm flipH="1">
            <a:off x="5835640" y="3334972"/>
            <a:ext cx="481224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AE75EC9-BF8D-1312-C4CF-CFF60754B387}"/>
              </a:ext>
            </a:extLst>
          </p:cNvPr>
          <p:cNvCxnSpPr>
            <a:cxnSpLocks/>
          </p:cNvCxnSpPr>
          <p:nvPr/>
        </p:nvCxnSpPr>
        <p:spPr>
          <a:xfrm>
            <a:off x="5910402" y="3334972"/>
            <a:ext cx="0" cy="7625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0DB0486-797E-0E4F-6F88-E5C7DF903437}"/>
              </a:ext>
            </a:extLst>
          </p:cNvPr>
          <p:cNvCxnSpPr>
            <a:cxnSpLocks/>
          </p:cNvCxnSpPr>
          <p:nvPr/>
        </p:nvCxnSpPr>
        <p:spPr>
          <a:xfrm>
            <a:off x="9583353" y="3334972"/>
            <a:ext cx="0" cy="7625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/>
              <p:nvPr/>
            </p:nvSpPr>
            <p:spPr>
              <a:xfrm>
                <a:off x="-90913" y="5223916"/>
                <a:ext cx="11171207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𝑥h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𝑥h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𝑥h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tanh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tanh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highlight>
                                                <a:srgbClr val="FFFF00"/>
                                              </a:highlight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highlight>
                                                <a:srgbClr val="FFFF00"/>
                                              </a:highlight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highlight>
                                                <a:srgbClr val="FFFF00"/>
                                              </a:highlight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0913" y="5223916"/>
                <a:ext cx="11171207" cy="71468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4965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Computar</a:t>
            </a:r>
            <a:r>
              <a:rPr lang="en-US" dirty="0"/>
              <a:t> o </a:t>
            </a:r>
            <a:r>
              <a:rPr lang="en-US" i="1" dirty="0"/>
              <a:t>Backward Pass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48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4505493" y="1651231"/>
            <a:ext cx="2669894" cy="3485531"/>
            <a:chOff x="8610599" y="1828669"/>
            <a:chExt cx="2669894" cy="34855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7900" y="4429254"/>
              <a:ext cx="0" cy="35253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5842794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494691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6018416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6358280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8213114" y="1651231"/>
            <a:ext cx="2669894" cy="3507906"/>
            <a:chOff x="8610599" y="1828669"/>
            <a:chExt cx="2669894" cy="3507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7900" y="4429254"/>
              <a:ext cx="0" cy="3749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9550415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202312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726037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10065901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7060247" y="3441770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BEF96A-B0C4-972E-4802-563CA98300A7}"/>
              </a:ext>
            </a:extLst>
          </p:cNvPr>
          <p:cNvCxnSpPr>
            <a:cxnSpLocks/>
          </p:cNvCxnSpPr>
          <p:nvPr/>
        </p:nvCxnSpPr>
        <p:spPr>
          <a:xfrm>
            <a:off x="10031927" y="2104137"/>
            <a:ext cx="0" cy="6405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B19490B-2023-5C9F-7D80-872C448149CD}"/>
              </a:ext>
            </a:extLst>
          </p:cNvPr>
          <p:cNvCxnSpPr>
            <a:cxnSpLocks/>
          </p:cNvCxnSpPr>
          <p:nvPr/>
        </p:nvCxnSpPr>
        <p:spPr>
          <a:xfrm>
            <a:off x="10011882" y="2682815"/>
            <a:ext cx="673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FE89D5F-F3D2-E82C-A48A-AA2F03320642}"/>
              </a:ext>
            </a:extLst>
          </p:cNvPr>
          <p:cNvCxnSpPr>
            <a:cxnSpLocks/>
          </p:cNvCxnSpPr>
          <p:nvPr/>
        </p:nvCxnSpPr>
        <p:spPr>
          <a:xfrm>
            <a:off x="10647881" y="2682815"/>
            <a:ext cx="0" cy="6556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4B402F6-582F-A1AE-8CDC-DB96DFE8A695}"/>
              </a:ext>
            </a:extLst>
          </p:cNvPr>
          <p:cNvCxnSpPr>
            <a:cxnSpLocks/>
          </p:cNvCxnSpPr>
          <p:nvPr/>
        </p:nvCxnSpPr>
        <p:spPr>
          <a:xfrm flipH="1">
            <a:off x="5835640" y="3334972"/>
            <a:ext cx="481224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AE75EC9-BF8D-1312-C4CF-CFF60754B387}"/>
              </a:ext>
            </a:extLst>
          </p:cNvPr>
          <p:cNvCxnSpPr>
            <a:cxnSpLocks/>
          </p:cNvCxnSpPr>
          <p:nvPr/>
        </p:nvCxnSpPr>
        <p:spPr>
          <a:xfrm>
            <a:off x="5910402" y="3334972"/>
            <a:ext cx="0" cy="7625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0DB0486-797E-0E4F-6F88-E5C7DF903437}"/>
              </a:ext>
            </a:extLst>
          </p:cNvPr>
          <p:cNvCxnSpPr>
            <a:cxnSpLocks/>
          </p:cNvCxnSpPr>
          <p:nvPr/>
        </p:nvCxnSpPr>
        <p:spPr>
          <a:xfrm>
            <a:off x="9583353" y="3334972"/>
            <a:ext cx="0" cy="7625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/>
              <p:nvPr/>
            </p:nvSpPr>
            <p:spPr>
              <a:xfrm>
                <a:off x="-16170" y="5217617"/>
                <a:ext cx="11171207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𝑥h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𝑥h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𝑥h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tanh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tanh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170" y="5217617"/>
                <a:ext cx="11171207" cy="71468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791D47F2-9650-2A7D-CC80-56509AC8DB87}"/>
              </a:ext>
            </a:extLst>
          </p:cNvPr>
          <p:cNvSpPr/>
          <p:nvPr/>
        </p:nvSpPr>
        <p:spPr>
          <a:xfrm>
            <a:off x="100386" y="5979756"/>
            <a:ext cx="10798483" cy="697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6E3ED3B-7F90-2725-D502-3A2C98D29FA3}"/>
                  </a:ext>
                </a:extLst>
              </p:cNvPr>
              <p:cNvSpPr txBox="1"/>
              <p:nvPr/>
            </p:nvSpPr>
            <p:spPr>
              <a:xfrm>
                <a:off x="148087" y="5979756"/>
                <a:ext cx="11171207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tanh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tanh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∗1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6E3ED3B-7F90-2725-D502-3A2C98D29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87" y="5979756"/>
                <a:ext cx="11171207" cy="71468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69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Computar</a:t>
            </a:r>
            <a:r>
              <a:rPr lang="en-US" dirty="0"/>
              <a:t> o </a:t>
            </a:r>
            <a:r>
              <a:rPr lang="en-US" i="1" dirty="0"/>
              <a:t>Backward Pass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49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4505493" y="1651231"/>
            <a:ext cx="2669894" cy="3485531"/>
            <a:chOff x="8610599" y="1828669"/>
            <a:chExt cx="2669894" cy="34855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7900" y="4429254"/>
              <a:ext cx="0" cy="35253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5842794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494691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6018416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6358280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8213114" y="1651231"/>
            <a:ext cx="2669894" cy="3507906"/>
            <a:chOff x="8610599" y="1828669"/>
            <a:chExt cx="2669894" cy="3507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7900" y="4429254"/>
              <a:ext cx="0" cy="3749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9550415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202312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726037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10065901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7060247" y="3441770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BEF96A-B0C4-972E-4802-563CA98300A7}"/>
              </a:ext>
            </a:extLst>
          </p:cNvPr>
          <p:cNvCxnSpPr>
            <a:cxnSpLocks/>
          </p:cNvCxnSpPr>
          <p:nvPr/>
        </p:nvCxnSpPr>
        <p:spPr>
          <a:xfrm>
            <a:off x="10031927" y="2104137"/>
            <a:ext cx="0" cy="6405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B19490B-2023-5C9F-7D80-872C448149CD}"/>
              </a:ext>
            </a:extLst>
          </p:cNvPr>
          <p:cNvCxnSpPr>
            <a:cxnSpLocks/>
          </p:cNvCxnSpPr>
          <p:nvPr/>
        </p:nvCxnSpPr>
        <p:spPr>
          <a:xfrm>
            <a:off x="10011882" y="2682815"/>
            <a:ext cx="673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FE89D5F-F3D2-E82C-A48A-AA2F03320642}"/>
              </a:ext>
            </a:extLst>
          </p:cNvPr>
          <p:cNvCxnSpPr>
            <a:cxnSpLocks/>
          </p:cNvCxnSpPr>
          <p:nvPr/>
        </p:nvCxnSpPr>
        <p:spPr>
          <a:xfrm>
            <a:off x="10647881" y="2682815"/>
            <a:ext cx="0" cy="6556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4B402F6-582F-A1AE-8CDC-DB96DFE8A695}"/>
              </a:ext>
            </a:extLst>
          </p:cNvPr>
          <p:cNvCxnSpPr>
            <a:cxnSpLocks/>
          </p:cNvCxnSpPr>
          <p:nvPr/>
        </p:nvCxnSpPr>
        <p:spPr>
          <a:xfrm flipH="1">
            <a:off x="5835640" y="3334972"/>
            <a:ext cx="481224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AE75EC9-BF8D-1312-C4CF-CFF60754B387}"/>
              </a:ext>
            </a:extLst>
          </p:cNvPr>
          <p:cNvCxnSpPr>
            <a:cxnSpLocks/>
          </p:cNvCxnSpPr>
          <p:nvPr/>
        </p:nvCxnSpPr>
        <p:spPr>
          <a:xfrm>
            <a:off x="5910402" y="3334972"/>
            <a:ext cx="0" cy="7625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0DB0486-797E-0E4F-6F88-E5C7DF903437}"/>
              </a:ext>
            </a:extLst>
          </p:cNvPr>
          <p:cNvCxnSpPr>
            <a:cxnSpLocks/>
          </p:cNvCxnSpPr>
          <p:nvPr/>
        </p:nvCxnSpPr>
        <p:spPr>
          <a:xfrm>
            <a:off x="9583353" y="3334972"/>
            <a:ext cx="0" cy="7625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/>
              <p:nvPr/>
            </p:nvSpPr>
            <p:spPr>
              <a:xfrm>
                <a:off x="-16170" y="5217617"/>
                <a:ext cx="12208170" cy="602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𝑥h</m:t>
                              </m:r>
                            </m:sub>
                          </m:sSub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</a:rPr>
                                    <m:t>tanh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latin typeface="Cambria Math" panose="02040503050406030204" pitchFamily="18" charset="0"/>
                                        </a:rPr>
                                        <m:t>tanh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0.843−3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∗1∗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0.843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(2+0.5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0.462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∗1)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170" y="5217617"/>
                <a:ext cx="12208170" cy="6020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6E3ED3B-7F90-2725-D502-3A2C98D29FA3}"/>
                  </a:ext>
                </a:extLst>
              </p:cNvPr>
              <p:cNvSpPr txBox="1"/>
              <p:nvPr/>
            </p:nvSpPr>
            <p:spPr>
              <a:xfrm>
                <a:off x="148087" y="5979756"/>
                <a:ext cx="11943527" cy="602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</a:rPr>
                                    <m:t>tanh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latin typeface="Cambria Math" panose="02040503050406030204" pitchFamily="18" charset="0"/>
                                        </a:rPr>
                                        <m:t>tanh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∗1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0.843−3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∗1∗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0.843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0.462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∗1)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6E3ED3B-7F90-2725-D502-3A2C98D29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87" y="5979756"/>
                <a:ext cx="11943527" cy="60208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52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Computar</a:t>
            </a:r>
            <a:r>
              <a:rPr lang="en-US" dirty="0"/>
              <a:t> o </a:t>
            </a:r>
            <a:r>
              <a:rPr lang="en-US" i="1" dirty="0"/>
              <a:t>Backward Pass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50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4505493" y="1651231"/>
            <a:ext cx="2669894" cy="3485531"/>
            <a:chOff x="8610599" y="1828669"/>
            <a:chExt cx="2669894" cy="34855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7900" y="4429254"/>
              <a:ext cx="0" cy="35253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5842794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494691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6018416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6358280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8213114" y="1651231"/>
            <a:ext cx="2669894" cy="3507906"/>
            <a:chOff x="8610599" y="1828669"/>
            <a:chExt cx="2669894" cy="3507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7900" y="4429254"/>
              <a:ext cx="0" cy="3749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9550415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202312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726037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10065901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7060247" y="3441770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BEF96A-B0C4-972E-4802-563CA98300A7}"/>
              </a:ext>
            </a:extLst>
          </p:cNvPr>
          <p:cNvCxnSpPr>
            <a:cxnSpLocks/>
          </p:cNvCxnSpPr>
          <p:nvPr/>
        </p:nvCxnSpPr>
        <p:spPr>
          <a:xfrm>
            <a:off x="10031927" y="2104137"/>
            <a:ext cx="0" cy="6405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B19490B-2023-5C9F-7D80-872C448149CD}"/>
              </a:ext>
            </a:extLst>
          </p:cNvPr>
          <p:cNvCxnSpPr>
            <a:cxnSpLocks/>
          </p:cNvCxnSpPr>
          <p:nvPr/>
        </p:nvCxnSpPr>
        <p:spPr>
          <a:xfrm>
            <a:off x="10011882" y="2682815"/>
            <a:ext cx="673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FE89D5F-F3D2-E82C-A48A-AA2F03320642}"/>
              </a:ext>
            </a:extLst>
          </p:cNvPr>
          <p:cNvCxnSpPr>
            <a:cxnSpLocks/>
          </p:cNvCxnSpPr>
          <p:nvPr/>
        </p:nvCxnSpPr>
        <p:spPr>
          <a:xfrm>
            <a:off x="10647881" y="2682815"/>
            <a:ext cx="0" cy="6556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4B402F6-582F-A1AE-8CDC-DB96DFE8A695}"/>
              </a:ext>
            </a:extLst>
          </p:cNvPr>
          <p:cNvCxnSpPr>
            <a:cxnSpLocks/>
          </p:cNvCxnSpPr>
          <p:nvPr/>
        </p:nvCxnSpPr>
        <p:spPr>
          <a:xfrm flipH="1">
            <a:off x="5835640" y="3334972"/>
            <a:ext cx="481224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AE75EC9-BF8D-1312-C4CF-CFF60754B387}"/>
              </a:ext>
            </a:extLst>
          </p:cNvPr>
          <p:cNvCxnSpPr>
            <a:cxnSpLocks/>
          </p:cNvCxnSpPr>
          <p:nvPr/>
        </p:nvCxnSpPr>
        <p:spPr>
          <a:xfrm>
            <a:off x="5910402" y="3334972"/>
            <a:ext cx="0" cy="7625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0DB0486-797E-0E4F-6F88-E5C7DF903437}"/>
              </a:ext>
            </a:extLst>
          </p:cNvPr>
          <p:cNvCxnSpPr>
            <a:cxnSpLocks/>
          </p:cNvCxnSpPr>
          <p:nvPr/>
        </p:nvCxnSpPr>
        <p:spPr>
          <a:xfrm>
            <a:off x="9583353" y="3334972"/>
            <a:ext cx="0" cy="7625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/>
              <p:nvPr/>
            </p:nvSpPr>
            <p:spPr>
              <a:xfrm>
                <a:off x="-16170" y="5217617"/>
                <a:ext cx="12208170" cy="602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𝑥h</m:t>
                              </m:r>
                            </m:sub>
                          </m:sSub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0.843−3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∗1∗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0.843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2+0.5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0.462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∗1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=−1.493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170" y="5217617"/>
                <a:ext cx="12208170" cy="6020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6E3ED3B-7F90-2725-D502-3A2C98D29FA3}"/>
                  </a:ext>
                </a:extLst>
              </p:cNvPr>
              <p:cNvSpPr txBox="1"/>
              <p:nvPr/>
            </p:nvSpPr>
            <p:spPr>
              <a:xfrm>
                <a:off x="148087" y="5979756"/>
                <a:ext cx="11943527" cy="602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0.843−3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∗1∗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0.843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2+0.5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0.462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∗1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=−0.870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6E3ED3B-7F90-2725-D502-3A2C98D29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87" y="5979756"/>
                <a:ext cx="11943527" cy="60208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4932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Computar</a:t>
            </a:r>
            <a:r>
              <a:rPr lang="en-US" dirty="0"/>
              <a:t> o </a:t>
            </a:r>
            <a:r>
              <a:rPr lang="en-US" i="1" dirty="0"/>
              <a:t>Backward Pass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51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4505493" y="1651231"/>
            <a:ext cx="2669894" cy="3485531"/>
            <a:chOff x="8610599" y="1828669"/>
            <a:chExt cx="2669894" cy="34855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7900" y="4429254"/>
              <a:ext cx="0" cy="35253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5842794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494691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6018416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6358280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8213114" y="1651231"/>
            <a:ext cx="2669894" cy="3507906"/>
            <a:chOff x="8610599" y="1828669"/>
            <a:chExt cx="2669894" cy="3507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7900" y="4429254"/>
              <a:ext cx="0" cy="3749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9550415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202312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726037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10065901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7060247" y="3441770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BEF96A-B0C4-972E-4802-563CA98300A7}"/>
              </a:ext>
            </a:extLst>
          </p:cNvPr>
          <p:cNvCxnSpPr>
            <a:cxnSpLocks/>
          </p:cNvCxnSpPr>
          <p:nvPr/>
        </p:nvCxnSpPr>
        <p:spPr>
          <a:xfrm>
            <a:off x="10031927" y="2104137"/>
            <a:ext cx="0" cy="6405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B19490B-2023-5C9F-7D80-872C448149CD}"/>
              </a:ext>
            </a:extLst>
          </p:cNvPr>
          <p:cNvCxnSpPr>
            <a:cxnSpLocks/>
          </p:cNvCxnSpPr>
          <p:nvPr/>
        </p:nvCxnSpPr>
        <p:spPr>
          <a:xfrm>
            <a:off x="10011882" y="2682815"/>
            <a:ext cx="673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FE89D5F-F3D2-E82C-A48A-AA2F03320642}"/>
              </a:ext>
            </a:extLst>
          </p:cNvPr>
          <p:cNvCxnSpPr>
            <a:cxnSpLocks/>
          </p:cNvCxnSpPr>
          <p:nvPr/>
        </p:nvCxnSpPr>
        <p:spPr>
          <a:xfrm>
            <a:off x="10647881" y="2682815"/>
            <a:ext cx="0" cy="8578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4B402F6-582F-A1AE-8CDC-DB96DFE8A695}"/>
              </a:ext>
            </a:extLst>
          </p:cNvPr>
          <p:cNvCxnSpPr>
            <a:cxnSpLocks/>
          </p:cNvCxnSpPr>
          <p:nvPr/>
        </p:nvCxnSpPr>
        <p:spPr>
          <a:xfrm flipH="1">
            <a:off x="8610600" y="3334972"/>
            <a:ext cx="20372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AE75EC9-BF8D-1312-C4CF-CFF60754B387}"/>
              </a:ext>
            </a:extLst>
          </p:cNvPr>
          <p:cNvCxnSpPr>
            <a:cxnSpLocks/>
          </p:cNvCxnSpPr>
          <p:nvPr/>
        </p:nvCxnSpPr>
        <p:spPr>
          <a:xfrm flipH="1">
            <a:off x="5288280" y="3540712"/>
            <a:ext cx="53596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/>
              <p:nvPr/>
            </p:nvSpPr>
            <p:spPr>
              <a:xfrm>
                <a:off x="-16170" y="5217617"/>
                <a:ext cx="3889670" cy="645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hh</m:t>
                              </m:r>
                            </m:sub>
                          </m:sSub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f>
                        <m:f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170" y="5217617"/>
                <a:ext cx="3889670" cy="64556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B8AD24BB-AAC1-A28D-8B01-E01C24ADF62B}"/>
              </a:ext>
            </a:extLst>
          </p:cNvPr>
          <p:cNvSpPr/>
          <p:nvPr/>
        </p:nvSpPr>
        <p:spPr>
          <a:xfrm>
            <a:off x="0" y="5231350"/>
            <a:ext cx="3889671" cy="697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8744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Computar</a:t>
            </a:r>
            <a:r>
              <a:rPr lang="en-US" dirty="0"/>
              <a:t> o </a:t>
            </a:r>
            <a:r>
              <a:rPr lang="en-US" i="1" dirty="0"/>
              <a:t>Backward Pass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52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4505493" y="1651231"/>
            <a:ext cx="2669894" cy="3485531"/>
            <a:chOff x="8610599" y="1828669"/>
            <a:chExt cx="2669894" cy="34855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7900" y="4429254"/>
              <a:ext cx="0" cy="35253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5842794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494691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6018416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6358280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8213114" y="1651231"/>
            <a:ext cx="2669894" cy="3507906"/>
            <a:chOff x="8610599" y="1828669"/>
            <a:chExt cx="2669894" cy="3507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7900" y="4429254"/>
              <a:ext cx="0" cy="3749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9550415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202312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726037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10065901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7060247" y="3441770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BEF96A-B0C4-972E-4802-563CA98300A7}"/>
              </a:ext>
            </a:extLst>
          </p:cNvPr>
          <p:cNvCxnSpPr>
            <a:cxnSpLocks/>
          </p:cNvCxnSpPr>
          <p:nvPr/>
        </p:nvCxnSpPr>
        <p:spPr>
          <a:xfrm>
            <a:off x="10031927" y="2104137"/>
            <a:ext cx="0" cy="6405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B19490B-2023-5C9F-7D80-872C448149CD}"/>
              </a:ext>
            </a:extLst>
          </p:cNvPr>
          <p:cNvCxnSpPr>
            <a:cxnSpLocks/>
          </p:cNvCxnSpPr>
          <p:nvPr/>
        </p:nvCxnSpPr>
        <p:spPr>
          <a:xfrm>
            <a:off x="10011882" y="2682815"/>
            <a:ext cx="673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FE89D5F-F3D2-E82C-A48A-AA2F03320642}"/>
              </a:ext>
            </a:extLst>
          </p:cNvPr>
          <p:cNvCxnSpPr>
            <a:cxnSpLocks/>
          </p:cNvCxnSpPr>
          <p:nvPr/>
        </p:nvCxnSpPr>
        <p:spPr>
          <a:xfrm>
            <a:off x="10647881" y="2682815"/>
            <a:ext cx="0" cy="8578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4B402F6-582F-A1AE-8CDC-DB96DFE8A695}"/>
              </a:ext>
            </a:extLst>
          </p:cNvPr>
          <p:cNvCxnSpPr>
            <a:cxnSpLocks/>
          </p:cNvCxnSpPr>
          <p:nvPr/>
        </p:nvCxnSpPr>
        <p:spPr>
          <a:xfrm flipH="1">
            <a:off x="8610600" y="3334972"/>
            <a:ext cx="20372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AE75EC9-BF8D-1312-C4CF-CFF60754B387}"/>
              </a:ext>
            </a:extLst>
          </p:cNvPr>
          <p:cNvCxnSpPr>
            <a:cxnSpLocks/>
          </p:cNvCxnSpPr>
          <p:nvPr/>
        </p:nvCxnSpPr>
        <p:spPr>
          <a:xfrm flipH="1">
            <a:off x="5288280" y="3540712"/>
            <a:ext cx="53596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/>
              <p:nvPr/>
            </p:nvSpPr>
            <p:spPr>
              <a:xfrm>
                <a:off x="-16171" y="5217617"/>
                <a:ext cx="10185409" cy="645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hh</m:t>
                              </m:r>
                            </m:sub>
                          </m:sSub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f>
                        <m:f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tanh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latin typeface="Cambria Math" panose="02040503050406030204" pitchFamily="18" charset="0"/>
                                        </a:rPr>
                                        <m:t>tanh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171" y="5217617"/>
                <a:ext cx="10185409" cy="64556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B8AD24BB-AAC1-A28D-8B01-E01C24ADF62B}"/>
              </a:ext>
            </a:extLst>
          </p:cNvPr>
          <p:cNvSpPr/>
          <p:nvPr/>
        </p:nvSpPr>
        <p:spPr>
          <a:xfrm>
            <a:off x="0" y="5231350"/>
            <a:ext cx="9726037" cy="697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0413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Computar</a:t>
            </a:r>
            <a:r>
              <a:rPr lang="en-US" dirty="0"/>
              <a:t> o </a:t>
            </a:r>
            <a:r>
              <a:rPr lang="en-US" i="1" dirty="0"/>
              <a:t>Backward Pass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81" y="1488273"/>
                <a:ext cx="10515600" cy="4351338"/>
              </a:xfrm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53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4505493" y="1651231"/>
            <a:ext cx="2669894" cy="3485531"/>
            <a:chOff x="8610599" y="1828669"/>
            <a:chExt cx="2669894" cy="34855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7900" y="4429254"/>
              <a:ext cx="0" cy="35253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5842794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494691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6018416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6358280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8213114" y="1651231"/>
            <a:ext cx="2669894" cy="3507906"/>
            <a:chOff x="8610599" y="1828669"/>
            <a:chExt cx="2669894" cy="3507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7900" y="4429254"/>
              <a:ext cx="0" cy="3749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9550415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202312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726037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10065901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7060247" y="3441770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BEF96A-B0C4-972E-4802-563CA98300A7}"/>
              </a:ext>
            </a:extLst>
          </p:cNvPr>
          <p:cNvCxnSpPr>
            <a:cxnSpLocks/>
          </p:cNvCxnSpPr>
          <p:nvPr/>
        </p:nvCxnSpPr>
        <p:spPr>
          <a:xfrm>
            <a:off x="10031927" y="2104137"/>
            <a:ext cx="0" cy="6405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B19490B-2023-5C9F-7D80-872C448149CD}"/>
              </a:ext>
            </a:extLst>
          </p:cNvPr>
          <p:cNvCxnSpPr>
            <a:cxnSpLocks/>
          </p:cNvCxnSpPr>
          <p:nvPr/>
        </p:nvCxnSpPr>
        <p:spPr>
          <a:xfrm>
            <a:off x="10011882" y="2682815"/>
            <a:ext cx="673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FE89D5F-F3D2-E82C-A48A-AA2F03320642}"/>
              </a:ext>
            </a:extLst>
          </p:cNvPr>
          <p:cNvCxnSpPr>
            <a:cxnSpLocks/>
          </p:cNvCxnSpPr>
          <p:nvPr/>
        </p:nvCxnSpPr>
        <p:spPr>
          <a:xfrm>
            <a:off x="10647881" y="2682815"/>
            <a:ext cx="0" cy="8578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4B402F6-582F-A1AE-8CDC-DB96DFE8A695}"/>
              </a:ext>
            </a:extLst>
          </p:cNvPr>
          <p:cNvCxnSpPr>
            <a:cxnSpLocks/>
          </p:cNvCxnSpPr>
          <p:nvPr/>
        </p:nvCxnSpPr>
        <p:spPr>
          <a:xfrm flipH="1">
            <a:off x="8610600" y="3334972"/>
            <a:ext cx="20372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AE75EC9-BF8D-1312-C4CF-CFF60754B387}"/>
              </a:ext>
            </a:extLst>
          </p:cNvPr>
          <p:cNvCxnSpPr>
            <a:cxnSpLocks/>
          </p:cNvCxnSpPr>
          <p:nvPr/>
        </p:nvCxnSpPr>
        <p:spPr>
          <a:xfrm flipH="1">
            <a:off x="5288280" y="3540712"/>
            <a:ext cx="53596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/>
              <p:nvPr/>
            </p:nvSpPr>
            <p:spPr>
              <a:xfrm>
                <a:off x="-16171" y="5217617"/>
                <a:ext cx="12075890" cy="5383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hh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tanh</m:t>
                                  </m:r>
                                </m:e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tanh</m:t>
                                      </m:r>
                                    </m:e>
                                    <m:sup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0.843−3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∗1∗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0.843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0.462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+0.5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0.462</m:t>
                                  </m:r>
                                </m:e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=−0.288</m:t>
                      </m:r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171" y="5217617"/>
                <a:ext cx="12075890" cy="53835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B8AD24BB-AAC1-A28D-8B01-E01C24ADF62B}"/>
              </a:ext>
            </a:extLst>
          </p:cNvPr>
          <p:cNvSpPr/>
          <p:nvPr/>
        </p:nvSpPr>
        <p:spPr>
          <a:xfrm>
            <a:off x="0" y="5231350"/>
            <a:ext cx="11252200" cy="5831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170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Computar</a:t>
            </a:r>
            <a:r>
              <a:rPr lang="en-US" dirty="0"/>
              <a:t> o </a:t>
            </a:r>
            <a:r>
              <a:rPr lang="en-US" i="1" dirty="0"/>
              <a:t>Backward Pass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81" y="1488273"/>
                <a:ext cx="10515600" cy="284439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81" y="1488273"/>
                <a:ext cx="10515600" cy="2844398"/>
              </a:xfrm>
              <a:blipFill>
                <a:blip r:embed="rId2"/>
                <a:stretch>
                  <a:fillRect l="-232" t="-10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54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4505493" y="1651231"/>
            <a:ext cx="2669894" cy="3485531"/>
            <a:chOff x="8610599" y="1828669"/>
            <a:chExt cx="2669894" cy="34855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7900" y="4429254"/>
              <a:ext cx="0" cy="35253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425" y="2884489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99" y="3895621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342" y="3263672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261" y="3263672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66" y="3263672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5842794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494691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6018416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00" y="2613691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6358280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8213114" y="1651231"/>
            <a:ext cx="2669894" cy="3507906"/>
            <a:chOff x="8610599" y="1828669"/>
            <a:chExt cx="2669894" cy="3507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7900" y="4429254"/>
              <a:ext cx="0" cy="3749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985" y="3069155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20" y="3895621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963" y="3263672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882" y="3263672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887" y="3263672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9550415" y="3619867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202312" y="3441770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726037" y="3441770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21" y="2613691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10065901" y="2939698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7060247" y="3441770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224" y="1746842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846" y="1734805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BEF96A-B0C4-972E-4802-563CA98300A7}"/>
              </a:ext>
            </a:extLst>
          </p:cNvPr>
          <p:cNvCxnSpPr>
            <a:cxnSpLocks/>
          </p:cNvCxnSpPr>
          <p:nvPr/>
        </p:nvCxnSpPr>
        <p:spPr>
          <a:xfrm>
            <a:off x="10031927" y="2104137"/>
            <a:ext cx="0" cy="6405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B19490B-2023-5C9F-7D80-872C448149CD}"/>
              </a:ext>
            </a:extLst>
          </p:cNvPr>
          <p:cNvCxnSpPr>
            <a:cxnSpLocks/>
          </p:cNvCxnSpPr>
          <p:nvPr/>
        </p:nvCxnSpPr>
        <p:spPr>
          <a:xfrm>
            <a:off x="10011882" y="2682815"/>
            <a:ext cx="673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FE89D5F-F3D2-E82C-A48A-AA2F03320642}"/>
              </a:ext>
            </a:extLst>
          </p:cNvPr>
          <p:cNvCxnSpPr>
            <a:cxnSpLocks/>
          </p:cNvCxnSpPr>
          <p:nvPr/>
        </p:nvCxnSpPr>
        <p:spPr>
          <a:xfrm>
            <a:off x="10647881" y="2682815"/>
            <a:ext cx="0" cy="8578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4B402F6-582F-A1AE-8CDC-DB96DFE8A695}"/>
              </a:ext>
            </a:extLst>
          </p:cNvPr>
          <p:cNvCxnSpPr>
            <a:cxnSpLocks/>
          </p:cNvCxnSpPr>
          <p:nvPr/>
        </p:nvCxnSpPr>
        <p:spPr>
          <a:xfrm flipH="1">
            <a:off x="8610600" y="3334972"/>
            <a:ext cx="20372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AE75EC9-BF8D-1312-C4CF-CFF60754B387}"/>
              </a:ext>
            </a:extLst>
          </p:cNvPr>
          <p:cNvCxnSpPr>
            <a:cxnSpLocks/>
          </p:cNvCxnSpPr>
          <p:nvPr/>
        </p:nvCxnSpPr>
        <p:spPr>
          <a:xfrm flipH="1">
            <a:off x="5288280" y="3540712"/>
            <a:ext cx="53596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/>
              <p:nvPr/>
            </p:nvSpPr>
            <p:spPr>
              <a:xfrm>
                <a:off x="179680" y="4428083"/>
                <a:ext cx="1689287" cy="237090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=−1.818</m:t>
                      </m:r>
                    </m:oMath>
                  </m:oMathPara>
                </a14:m>
                <a:endParaRPr lang="pt-BR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=−2.157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𝑥h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=−1.493</m:t>
                      </m:r>
                    </m:oMath>
                  </m:oMathPara>
                </a14:m>
                <a:endParaRPr lang="pt-B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−0.870</m:t>
                      </m:r>
                    </m:oMath>
                  </m:oMathPara>
                </a14:m>
                <a:endParaRPr lang="pt-BR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hh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=−0.288</m:t>
                      </m:r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80" y="4428083"/>
                <a:ext cx="1689287" cy="237090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9022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Optimizer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81" y="1488273"/>
                <a:ext cx="10515600" cy="284439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81" y="1488273"/>
                <a:ext cx="10515600" cy="2844398"/>
              </a:xfrm>
              <a:blipFill>
                <a:blip r:embed="rId2"/>
                <a:stretch>
                  <a:fillRect l="-232" t="-10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55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3429516" y="824765"/>
            <a:ext cx="2669894" cy="3485531"/>
            <a:chOff x="8610599" y="1828669"/>
            <a:chExt cx="2669894" cy="34855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7900" y="4429254"/>
              <a:ext cx="0" cy="35253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5514448" y="2058023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448" y="2058023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4131822" y="3069155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822" y="3069155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3549365" y="2437206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365" y="2437206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5228284" y="2437206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284" y="2437206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4593289" y="2437206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289" y="2437206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4766817" y="2793401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4418714" y="2615304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4942439" y="2615304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4103423" y="1787225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423" y="1787225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5282303" y="2113232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7137137" y="824765"/>
            <a:ext cx="2669894" cy="3507906"/>
            <a:chOff x="8610599" y="1828669"/>
            <a:chExt cx="2669894" cy="3507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7900" y="4429254"/>
              <a:ext cx="0" cy="3749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9609008" y="224268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9008" y="2242689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7839443" y="3069155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9443" y="3069155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7256986" y="2437206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986" y="2437206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8935905" y="2437206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5905" y="2437206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8300910" y="2437206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910" y="2437206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33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8474438" y="2793401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8126335" y="2615304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650060" y="2615304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7811044" y="1787225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044" y="1787225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8989924" y="2113232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5984270" y="2615304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7858247" y="920376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247" y="920376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557" b="-49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4119869" y="908339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869" y="908339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557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/>
              <p:nvPr/>
            </p:nvSpPr>
            <p:spPr>
              <a:xfrm>
                <a:off x="179680" y="4428083"/>
                <a:ext cx="1689287" cy="237090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=−1.818</m:t>
                      </m:r>
                    </m:oMath>
                  </m:oMathPara>
                </a14:m>
                <a:endParaRPr lang="pt-BR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=−2.157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𝑥h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=−1.493</m:t>
                      </m:r>
                    </m:oMath>
                  </m:oMathPara>
                </a14:m>
                <a:endParaRPr lang="pt-B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−0.870</m:t>
                      </m:r>
                    </m:oMath>
                  </m:oMathPara>
                </a14:m>
                <a:endParaRPr lang="pt-BR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hh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=−0.288</m:t>
                      </m:r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80" y="4428083"/>
                <a:ext cx="1689287" cy="237090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F14681-83CA-E143-7811-AC7E89F6EB84}"/>
                  </a:ext>
                </a:extLst>
              </p:cNvPr>
              <p:cNvSpPr txBox="1"/>
              <p:nvPr/>
            </p:nvSpPr>
            <p:spPr>
              <a:xfrm>
                <a:off x="8815050" y="4512698"/>
                <a:ext cx="2800447" cy="85702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F14681-83CA-E143-7811-AC7E89F6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050" y="4512698"/>
                <a:ext cx="2800447" cy="85702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395AF98-E683-8F6B-8DA9-9AC2B428BA86}"/>
                  </a:ext>
                </a:extLst>
              </p:cNvPr>
              <p:cNvSpPr txBox="1"/>
              <p:nvPr/>
            </p:nvSpPr>
            <p:spPr>
              <a:xfrm>
                <a:off x="2284914" y="4512698"/>
                <a:ext cx="2809295" cy="89825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395AF98-E683-8F6B-8DA9-9AC2B428B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914" y="4512698"/>
                <a:ext cx="2809295" cy="89825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8332301-BD94-CFD7-519F-EDD57B413F86}"/>
                  </a:ext>
                </a:extLst>
              </p:cNvPr>
              <p:cNvSpPr txBox="1"/>
              <p:nvPr/>
            </p:nvSpPr>
            <p:spPr>
              <a:xfrm>
                <a:off x="2284914" y="5584105"/>
                <a:ext cx="2374946" cy="89825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8332301-BD94-CFD7-519F-EDD57B413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914" y="5584105"/>
                <a:ext cx="2374946" cy="89825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42EDE90-A8BA-0E36-7318-59CA8EFFD4B6}"/>
                  </a:ext>
                </a:extLst>
              </p:cNvPr>
              <p:cNvSpPr txBox="1"/>
              <p:nvPr/>
            </p:nvSpPr>
            <p:spPr>
              <a:xfrm>
                <a:off x="5564024" y="4510769"/>
                <a:ext cx="2781210" cy="85702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42EDE90-A8BA-0E36-7318-59CA8EFFD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024" y="4510769"/>
                <a:ext cx="2781210" cy="85702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FD1D8BF-B305-D5A1-AA29-C6449706931B}"/>
                  </a:ext>
                </a:extLst>
              </p:cNvPr>
              <p:cNvSpPr txBox="1"/>
              <p:nvPr/>
            </p:nvSpPr>
            <p:spPr>
              <a:xfrm>
                <a:off x="5564024" y="5582176"/>
                <a:ext cx="2366096" cy="85702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FD1D8BF-B305-D5A1-AA29-C64497069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024" y="5582176"/>
                <a:ext cx="2366096" cy="85702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89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Optimizer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81" y="1488273"/>
                <a:ext cx="10515600" cy="284439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81" y="1488273"/>
                <a:ext cx="10515600" cy="2844398"/>
              </a:xfrm>
              <a:blipFill>
                <a:blip r:embed="rId2"/>
                <a:stretch>
                  <a:fillRect l="-232" t="-10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56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3429516" y="824765"/>
            <a:ext cx="2669894" cy="3485531"/>
            <a:chOff x="8610599" y="1828669"/>
            <a:chExt cx="2669894" cy="34855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7900" y="4429254"/>
              <a:ext cx="0" cy="35253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5514448" y="2058023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448" y="2058023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4131822" y="3069155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822" y="3069155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3549365" y="2437206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365" y="2437206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5228284" y="2437206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284" y="2437206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4593289" y="2437206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289" y="2437206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4766817" y="2793401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4418714" y="2615304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4942439" y="2615304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4103423" y="1787225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423" y="1787225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5282303" y="2113232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7137137" y="824765"/>
            <a:ext cx="2669894" cy="3507906"/>
            <a:chOff x="8610599" y="1828669"/>
            <a:chExt cx="2669894" cy="3507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7900" y="4429254"/>
              <a:ext cx="0" cy="3749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9609008" y="224268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9008" y="2242689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7839443" y="3069155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9443" y="3069155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7256986" y="2437206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986" y="2437206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8935905" y="2437206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5905" y="2437206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8300910" y="2437206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910" y="2437206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33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8474438" y="2793401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8126335" y="2615304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650060" y="2615304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7811044" y="1787225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044" y="1787225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8989924" y="2113232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5984270" y="2615304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7858247" y="920376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247" y="920376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557" b="-49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4119869" y="908339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869" y="908339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557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/>
              <p:nvPr/>
            </p:nvSpPr>
            <p:spPr>
              <a:xfrm>
                <a:off x="179680" y="4428083"/>
                <a:ext cx="1689287" cy="237090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=−1.818</m:t>
                      </m:r>
                    </m:oMath>
                  </m:oMathPara>
                </a14:m>
                <a:endParaRPr lang="pt-BR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=−2.157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𝑥h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=−1.493</m:t>
                      </m:r>
                    </m:oMath>
                  </m:oMathPara>
                </a14:m>
                <a:endParaRPr lang="pt-B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−0.870</m:t>
                      </m:r>
                    </m:oMath>
                  </m:oMathPara>
                </a14:m>
                <a:endParaRPr lang="pt-BR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hh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=−0.288</m:t>
                      </m:r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80" y="4428083"/>
                <a:ext cx="1689287" cy="237090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F14681-83CA-E143-7811-AC7E89F6EB84}"/>
                  </a:ext>
                </a:extLst>
              </p:cNvPr>
              <p:cNvSpPr txBox="1"/>
              <p:nvPr/>
            </p:nvSpPr>
            <p:spPr>
              <a:xfrm>
                <a:off x="8808686" y="4423007"/>
                <a:ext cx="2972224" cy="40011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=0.5−0.1(−0.288)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F14681-83CA-E143-7811-AC7E89F6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686" y="4423007"/>
                <a:ext cx="2972224" cy="400110"/>
              </a:xfrm>
              <a:prstGeom prst="rect">
                <a:avLst/>
              </a:prstGeom>
              <a:blipFill>
                <a:blip r:embed="rId21"/>
                <a:stretch>
                  <a:fillRect b="-134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395AF98-E683-8F6B-8DA9-9AC2B428BA86}"/>
                  </a:ext>
                </a:extLst>
              </p:cNvPr>
              <p:cNvSpPr txBox="1"/>
              <p:nvPr/>
            </p:nvSpPr>
            <p:spPr>
              <a:xfrm>
                <a:off x="1928056" y="4423007"/>
                <a:ext cx="2779351" cy="42428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=1−0.1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−1.818</m:t>
                          </m:r>
                        </m:e>
                      </m:d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395AF98-E683-8F6B-8DA9-9AC2B428B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056" y="4423007"/>
                <a:ext cx="2779351" cy="424283"/>
              </a:xfrm>
              <a:prstGeom prst="rect">
                <a:avLst/>
              </a:prstGeom>
              <a:blipFill>
                <a:blip r:embed="rId22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8332301-BD94-CFD7-519F-EDD57B413F86}"/>
                  </a:ext>
                </a:extLst>
              </p:cNvPr>
              <p:cNvSpPr txBox="1"/>
              <p:nvPr/>
            </p:nvSpPr>
            <p:spPr>
              <a:xfrm>
                <a:off x="1937755" y="4945444"/>
                <a:ext cx="2655534" cy="42428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=0−0.1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−2.157)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8332301-BD94-CFD7-519F-EDD57B413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755" y="4945444"/>
                <a:ext cx="2655534" cy="424283"/>
              </a:xfrm>
              <a:prstGeom prst="rect">
                <a:avLst/>
              </a:prstGeom>
              <a:blipFill>
                <a:blip r:embed="rId2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42EDE90-A8BA-0E36-7318-59CA8EFFD4B6}"/>
                  </a:ext>
                </a:extLst>
              </p:cNvPr>
              <p:cNvSpPr txBox="1"/>
              <p:nvPr/>
            </p:nvSpPr>
            <p:spPr>
              <a:xfrm>
                <a:off x="5269775" y="4423007"/>
                <a:ext cx="2965812" cy="40011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=0.5−0.1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−1.493)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42EDE90-A8BA-0E36-7318-59CA8EFFD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775" y="4423007"/>
                <a:ext cx="2965812" cy="400110"/>
              </a:xfrm>
              <a:prstGeom prst="rect">
                <a:avLst/>
              </a:prstGeom>
              <a:blipFill>
                <a:blip r:embed="rId24"/>
                <a:stretch>
                  <a:fillRect b="-134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FD1D8BF-B305-D5A1-AA29-C6449706931B}"/>
                  </a:ext>
                </a:extLst>
              </p:cNvPr>
              <p:cNvSpPr txBox="1"/>
              <p:nvPr/>
            </p:nvSpPr>
            <p:spPr>
              <a:xfrm>
                <a:off x="5293566" y="4945444"/>
                <a:ext cx="2654124" cy="40011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=0−0.1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−0.870)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FD1D8BF-B305-D5A1-AA29-C64497069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566" y="4945444"/>
                <a:ext cx="2654124" cy="400110"/>
              </a:xfrm>
              <a:prstGeom prst="rect">
                <a:avLst/>
              </a:prstGeom>
              <a:blipFill>
                <a:blip r:embed="rId25"/>
                <a:stretch>
                  <a:fillRect b="-132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093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Optimizer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81" y="1488273"/>
                <a:ext cx="10515600" cy="284439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81" y="1488273"/>
                <a:ext cx="10515600" cy="2844398"/>
              </a:xfrm>
              <a:blipFill>
                <a:blip r:embed="rId2"/>
                <a:stretch>
                  <a:fillRect l="-232" t="-10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57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3429516" y="824765"/>
            <a:ext cx="2669894" cy="3485531"/>
            <a:chOff x="8610599" y="1828669"/>
            <a:chExt cx="2669894" cy="34855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7900" y="4429254"/>
              <a:ext cx="0" cy="35253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5514448" y="2058023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448" y="2058023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4131822" y="3069155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822" y="3069155"/>
                <a:ext cx="1269990" cy="356195"/>
              </a:xfrm>
              <a:prstGeom prst="roundRect">
                <a:avLst/>
              </a:prstGeom>
              <a:blipFill>
                <a:blip r:embed="rId5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3549365" y="2437206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365" y="2437206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5228284" y="2437206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284" y="2437206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4593289" y="2437206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289" y="2437206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4766817" y="2793401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4418714" y="2615304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4942439" y="2615304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4103423" y="1787225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423" y="1787225"/>
                <a:ext cx="1326788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5282303" y="2113232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7137137" y="824765"/>
            <a:ext cx="2669894" cy="3507906"/>
            <a:chOff x="8610599" y="1828669"/>
            <a:chExt cx="2669894" cy="3507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7900" y="4429254"/>
              <a:ext cx="0" cy="3749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9609008" y="224268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9008" y="2242689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7839443" y="3069155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9443" y="3069155"/>
                <a:ext cx="1269990" cy="356195"/>
              </a:xfrm>
              <a:prstGeom prst="roundRect">
                <a:avLst/>
              </a:prstGeom>
              <a:blipFill>
                <a:blip r:embed="rId12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7256986" y="2437206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0.462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986" y="2437206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8935905" y="2437206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5905" y="2437206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8300910" y="2437206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910" y="2437206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33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V="1">
            <a:off x="8474438" y="2793401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8126335" y="2615304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650060" y="2615304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7811044" y="1787225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0.843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044" y="1787225"/>
                <a:ext cx="1326788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16200000" flipV="1">
            <a:off x="8989924" y="2113232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5984270" y="2615304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7858247" y="920376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=0.843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247" y="920376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557" b="-49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4119869" y="908339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=0.462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869" y="908339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557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/>
              <p:nvPr/>
            </p:nvSpPr>
            <p:spPr>
              <a:xfrm>
                <a:off x="179680" y="4428083"/>
                <a:ext cx="1689287" cy="237090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=−1.818</m:t>
                      </m:r>
                    </m:oMath>
                  </m:oMathPara>
                </a14:m>
                <a:endParaRPr lang="pt-BR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=−2.157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𝑥h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=−1.493</m:t>
                      </m:r>
                    </m:oMath>
                  </m:oMathPara>
                </a14:m>
                <a:endParaRPr lang="pt-B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−0.870</m:t>
                      </m:r>
                    </m:oMath>
                  </m:oMathPara>
                </a14:m>
                <a:endParaRPr lang="pt-BR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hh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=−0.288</m:t>
                      </m:r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80" y="4428083"/>
                <a:ext cx="1689287" cy="237090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F14681-83CA-E143-7811-AC7E89F6EB84}"/>
                  </a:ext>
                </a:extLst>
              </p:cNvPr>
              <p:cNvSpPr txBox="1"/>
              <p:nvPr/>
            </p:nvSpPr>
            <p:spPr>
              <a:xfrm>
                <a:off x="8808686" y="4423007"/>
                <a:ext cx="1728102" cy="40011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=0.5288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F14681-83CA-E143-7811-AC7E89F6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686" y="4423007"/>
                <a:ext cx="1728102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395AF98-E683-8F6B-8DA9-9AC2B428BA86}"/>
                  </a:ext>
                </a:extLst>
              </p:cNvPr>
              <p:cNvSpPr txBox="1"/>
              <p:nvPr/>
            </p:nvSpPr>
            <p:spPr>
              <a:xfrm>
                <a:off x="1928056" y="4423007"/>
                <a:ext cx="1729511" cy="42428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=1.1818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395AF98-E683-8F6B-8DA9-9AC2B428B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056" y="4423007"/>
                <a:ext cx="1729511" cy="424283"/>
              </a:xfrm>
              <a:prstGeom prst="rect">
                <a:avLst/>
              </a:prstGeom>
              <a:blipFill>
                <a:blip r:embed="rId22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8332301-BD94-CFD7-519F-EDD57B413F86}"/>
                  </a:ext>
                </a:extLst>
              </p:cNvPr>
              <p:cNvSpPr txBox="1"/>
              <p:nvPr/>
            </p:nvSpPr>
            <p:spPr>
              <a:xfrm>
                <a:off x="1937755" y="4945444"/>
                <a:ext cx="1606978" cy="42428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=0.2157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8332301-BD94-CFD7-519F-EDD57B413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755" y="4945444"/>
                <a:ext cx="1606978" cy="424283"/>
              </a:xfrm>
              <a:prstGeom prst="rect">
                <a:avLst/>
              </a:prstGeom>
              <a:blipFill>
                <a:blip r:embed="rId2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42EDE90-A8BA-0E36-7318-59CA8EFFD4B6}"/>
                  </a:ext>
                </a:extLst>
              </p:cNvPr>
              <p:cNvSpPr txBox="1"/>
              <p:nvPr/>
            </p:nvSpPr>
            <p:spPr>
              <a:xfrm>
                <a:off x="5269775" y="4423007"/>
                <a:ext cx="1721690" cy="40011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=0.6493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42EDE90-A8BA-0E36-7318-59CA8EFFD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775" y="4423007"/>
                <a:ext cx="1721690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FD1D8BF-B305-D5A1-AA29-C6449706931B}"/>
                  </a:ext>
                </a:extLst>
              </p:cNvPr>
              <p:cNvSpPr txBox="1"/>
              <p:nvPr/>
            </p:nvSpPr>
            <p:spPr>
              <a:xfrm>
                <a:off x="5293566" y="4945444"/>
                <a:ext cx="1462901" cy="40011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=0.087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FD1D8BF-B305-D5A1-AA29-C64497069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566" y="4945444"/>
                <a:ext cx="1462901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5328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81" y="1488273"/>
                <a:ext cx="10515600" cy="284439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81" y="1488273"/>
                <a:ext cx="10515600" cy="2844398"/>
              </a:xfrm>
              <a:blipFill>
                <a:blip r:embed="rId2"/>
                <a:stretch>
                  <a:fillRect l="-232" t="-10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58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3429516" y="824765"/>
            <a:ext cx="2669894" cy="3485531"/>
            <a:chOff x="8610599" y="1828669"/>
            <a:chExt cx="2669894" cy="34855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781789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23">
              <a:extLst>
                <a:ext uri="{FF2B5EF4-FFF2-40B4-BE49-F238E27FC236}">
                  <a16:creationId xmlns:a16="http://schemas.microsoft.com/office/drawing/2014/main" id="{B62CD2E5-803C-BB5C-EA65-6CD7136C0A08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7900" y="4429254"/>
              <a:ext cx="7997" cy="35253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11976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5514448" y="2058023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𝟔𝟐𝟕</m:t>
                      </m:r>
                    </m:oMath>
                  </m:oMathPara>
                </a14:m>
                <a:endParaRPr lang="pt-BR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448" y="2058023"/>
                <a:ext cx="1547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3937000" y="3069155"/>
                <a:ext cx="1675628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.087</a:t>
                </a: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000" y="3069155"/>
                <a:ext cx="1675628" cy="356195"/>
              </a:xfrm>
              <a:prstGeom prst="roundRect">
                <a:avLst/>
              </a:prstGeom>
              <a:blipFill>
                <a:blip r:embed="rId5"/>
                <a:stretch>
                  <a:fillRect t="-6557" b="-278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3549365" y="2437206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365" y="2437206"/>
                <a:ext cx="869349" cy="356195"/>
              </a:xfrm>
              <a:prstGeom prst="roundRect">
                <a:avLst/>
              </a:prstGeom>
              <a:blipFill>
                <a:blip r:embed="rId6"/>
                <a:stretch>
                  <a:fillRect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5228284" y="2437206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284" y="2437206"/>
                <a:ext cx="755986" cy="3561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4593289" y="2437206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289" y="2437206"/>
                <a:ext cx="349150" cy="356195"/>
              </a:xfrm>
              <a:prstGeom prst="ellipse">
                <a:avLst/>
              </a:prstGeom>
              <a:blipFill>
                <a:blip r:embed="rId8"/>
                <a:stretch>
                  <a:fillRect l="-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H="1" flipV="1">
            <a:off x="4767864" y="2793401"/>
            <a:ext cx="6950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4418714" y="2615304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4942439" y="2615304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3937000" y="1787225"/>
                <a:ext cx="1669277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0.627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0.2157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000" y="1787225"/>
                <a:ext cx="1669277" cy="356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5400000" flipH="1" flipV="1">
            <a:off x="5370336" y="2201265"/>
            <a:ext cx="471883" cy="12700"/>
          </a:xfrm>
          <a:prstGeom prst="bentConnector4">
            <a:avLst>
              <a:gd name="adj1" fmla="val 31129"/>
              <a:gd name="adj2" fmla="val 180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70AE5A-25F3-D244-8A25-1326B5F313FC}"/>
              </a:ext>
            </a:extLst>
          </p:cNvPr>
          <p:cNvGrpSpPr/>
          <p:nvPr/>
        </p:nvGrpSpPr>
        <p:grpSpPr>
          <a:xfrm>
            <a:off x="7137137" y="824765"/>
            <a:ext cx="2669894" cy="3507906"/>
            <a:chOff x="8610599" y="1828669"/>
            <a:chExt cx="2669894" cy="3507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/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Elipse 23">
                  <a:extLst>
                    <a:ext uri="{FF2B5EF4-FFF2-40B4-BE49-F238E27FC236}">
                      <a16:creationId xmlns:a16="http://schemas.microsoft.com/office/drawing/2014/main" id="{033CE0A2-E5FB-A2D8-391C-21124567B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694" y="4804164"/>
                  <a:ext cx="532411" cy="53241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EF327-0B1D-5E8F-4161-E75BF0D334A7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23">
              <a:extLst>
                <a:ext uri="{FF2B5EF4-FFF2-40B4-BE49-F238E27FC236}">
                  <a16:creationId xmlns:a16="http://schemas.microsoft.com/office/drawing/2014/main" id="{4816F7AE-E56B-5129-7D53-8B3B88C53259}"/>
                </a:ext>
              </a:extLst>
            </p:cNvPr>
            <p:cNvSpPr/>
            <p:nvPr/>
          </p:nvSpPr>
          <p:spPr>
            <a:xfrm>
              <a:off x="9674540" y="1828669"/>
              <a:ext cx="532411" cy="532411"/>
            </a:xfrm>
            <a:prstGeom prst="ellipse">
              <a:avLst/>
            </a:prstGeom>
            <a:solidFill>
              <a:srgbClr val="FFB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9CD6BD-23F6-0BF2-27B1-B8E7DC9C99CA}"/>
                </a:ext>
              </a:extLst>
            </p:cNvPr>
            <p:cNvCxnSpPr>
              <a:cxnSpLocks/>
              <a:stCxn id="16" idx="0"/>
              <a:endCxn id="25" idx="2"/>
            </p:cNvCxnSpPr>
            <p:nvPr/>
          </p:nvCxnSpPr>
          <p:spPr>
            <a:xfrm flipV="1">
              <a:off x="9947900" y="4429254"/>
              <a:ext cx="2135" cy="3749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51C272-9D00-2913-59C9-CE918A4EC3F2}"/>
                </a:ext>
              </a:extLst>
            </p:cNvPr>
            <p:cNvCxnSpPr>
              <a:cxnSpLocks/>
              <a:stCxn id="36" idx="0"/>
              <a:endCxn id="18" idx="4"/>
            </p:cNvCxnSpPr>
            <p:nvPr/>
          </p:nvCxnSpPr>
          <p:spPr>
            <a:xfrm flipH="1" flipV="1">
              <a:off x="9940746" y="2361080"/>
              <a:ext cx="9289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/>
              <p:nvPr/>
            </p:nvSpPr>
            <p:spPr>
              <a:xfrm>
                <a:off x="9609008" y="2242689"/>
                <a:ext cx="1547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=0.938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56D4DF-B9F3-B948-0F7A-F27D4160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9008" y="2242689"/>
                <a:ext cx="15479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/>
              <p:nvPr/>
            </p:nvSpPr>
            <p:spPr>
              <a:xfrm>
                <a:off x="7556501" y="3069155"/>
                <a:ext cx="1840143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r>
                        <m:rPr>
                          <m:nor/>
                        </m:rPr>
                        <a:rPr lang="pt-BR" dirty="0">
                          <a:solidFill>
                            <a:schemeClr val="tx1"/>
                          </a:solidFill>
                        </a:rPr>
                        <m:t>.087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2CC8C8-BD55-616F-00DB-6C2390420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501" y="3069155"/>
                <a:ext cx="1840143" cy="356195"/>
              </a:xfrm>
              <a:prstGeom prst="roundRect">
                <a:avLst/>
              </a:prstGeom>
              <a:blipFill>
                <a:blip r:embed="rId12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/>
              <p:nvPr/>
            </p:nvSpPr>
            <p:spPr>
              <a:xfrm>
                <a:off x="7256986" y="2437206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0.627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6190A32-B17D-506C-731A-6483D067B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986" y="2437206"/>
                <a:ext cx="869349" cy="356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/>
              <p:nvPr/>
            </p:nvSpPr>
            <p:spPr>
              <a:xfrm>
                <a:off x="8935905" y="2437206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14EDDDD-14B2-FECF-1D9F-BB4DD8F01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5905" y="2437206"/>
                <a:ext cx="755986" cy="35619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/>
              <p:nvPr/>
            </p:nvSpPr>
            <p:spPr>
              <a:xfrm>
                <a:off x="8300910" y="2437206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7CEA0C-6EDA-A336-96F9-D71D6B7C6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910" y="2437206"/>
                <a:ext cx="349150" cy="356195"/>
              </a:xfrm>
              <a:prstGeom prst="ellipse">
                <a:avLst/>
              </a:prstGeom>
              <a:blipFill>
                <a:blip r:embed="rId15"/>
                <a:stretch>
                  <a:fillRect l="-33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8B660-6B29-C9A8-A2F9-59CE082A6C21}"/>
              </a:ext>
            </a:extLst>
          </p:cNvPr>
          <p:cNvCxnSpPr>
            <a:cxnSpLocks/>
            <a:stCxn id="25" idx="0"/>
            <a:endCxn id="28" idx="4"/>
          </p:cNvCxnSpPr>
          <p:nvPr/>
        </p:nvCxnSpPr>
        <p:spPr>
          <a:xfrm flipH="1" flipV="1">
            <a:off x="8475485" y="2793401"/>
            <a:ext cx="1088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ABC71A-6DCA-7E2C-D82D-C81CE95DD7C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8126335" y="2615304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FE9FC-27D2-F75E-EBBD-3A7914F8412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650060" y="2615304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/>
              <p:nvPr/>
            </p:nvSpPr>
            <p:spPr>
              <a:xfrm>
                <a:off x="7556501" y="1787225"/>
                <a:ext cx="1840144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938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+0.2157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1E43CF7-ED47-DDE9-BD22-51D6DF90E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501" y="1787225"/>
                <a:ext cx="1840144" cy="356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EDBF9C-9118-0690-2363-C5A9D04211F8}"/>
              </a:ext>
            </a:extLst>
          </p:cNvPr>
          <p:cNvCxnSpPr>
            <a:cxnSpLocks/>
            <a:stCxn id="27" idx="0"/>
            <a:endCxn id="36" idx="3"/>
          </p:cNvCxnSpPr>
          <p:nvPr/>
        </p:nvCxnSpPr>
        <p:spPr>
          <a:xfrm rot="5400000" flipH="1" flipV="1">
            <a:off x="9119330" y="2159892"/>
            <a:ext cx="471883" cy="82747"/>
          </a:xfrm>
          <a:prstGeom prst="bentConnector4">
            <a:avLst>
              <a:gd name="adj1" fmla="val 31129"/>
              <a:gd name="adj2" fmla="val 37626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B7141D-9138-9AD2-C8BD-4FEFCB9B6925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>
            <a:off x="5984270" y="2615304"/>
            <a:ext cx="1272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/>
              <p:nvPr/>
            </p:nvSpPr>
            <p:spPr>
              <a:xfrm>
                <a:off x="7858247" y="920376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=1.324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EA3758-6122-CBE8-DEF2-2D66DEE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247" y="920376"/>
                <a:ext cx="1279585" cy="369332"/>
              </a:xfrm>
              <a:prstGeom prst="rect">
                <a:avLst/>
              </a:prstGeom>
              <a:blipFill>
                <a:blip r:embed="rId17"/>
                <a:stretch>
                  <a:fillRect t="-6557" b="-49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/>
              <p:nvPr/>
            </p:nvSpPr>
            <p:spPr>
              <a:xfrm>
                <a:off x="4119869" y="908339"/>
                <a:ext cx="1279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=0.957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0A9236-969F-6C76-993C-88EBF9FC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869" y="908339"/>
                <a:ext cx="1279585" cy="369332"/>
              </a:xfrm>
              <a:prstGeom prst="rect">
                <a:avLst/>
              </a:prstGeom>
              <a:blipFill>
                <a:blip r:embed="rId18"/>
                <a:stretch>
                  <a:fillRect t="-6557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/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0.843−3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=2.326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E982BA-D45C-9911-CF74-BED4B4C3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36" y="183745"/>
                <a:ext cx="3206462" cy="6347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/>
              <p:nvPr/>
            </p:nvSpPr>
            <p:spPr>
              <a:xfrm>
                <a:off x="179680" y="4428083"/>
                <a:ext cx="1689287" cy="237090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h𝑦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=−1.818</m:t>
                      </m:r>
                    </m:oMath>
                  </m:oMathPara>
                </a14:m>
                <a:endParaRPr lang="pt-BR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=−2.157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𝑥h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=−1.493</m:t>
                      </m:r>
                    </m:oMath>
                  </m:oMathPara>
                </a14:m>
                <a:endParaRPr lang="pt-B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−0.870</m:t>
                      </m:r>
                    </m:oMath>
                  </m:oMathPara>
                </a14:m>
                <a:endParaRPr lang="pt-BR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hh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=−0.288</m:t>
                      </m:r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2821D2-C1C1-CAC4-EBCF-76C31A434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80" y="4428083"/>
                <a:ext cx="1689287" cy="237090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F14681-83CA-E143-7811-AC7E89F6EB84}"/>
                  </a:ext>
                </a:extLst>
              </p:cNvPr>
              <p:cNvSpPr txBox="1"/>
              <p:nvPr/>
            </p:nvSpPr>
            <p:spPr>
              <a:xfrm>
                <a:off x="8808686" y="4423007"/>
                <a:ext cx="1728102" cy="40011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=0.5288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F14681-83CA-E143-7811-AC7E89F6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686" y="4423007"/>
                <a:ext cx="1728102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395AF98-E683-8F6B-8DA9-9AC2B428BA86}"/>
                  </a:ext>
                </a:extLst>
              </p:cNvPr>
              <p:cNvSpPr txBox="1"/>
              <p:nvPr/>
            </p:nvSpPr>
            <p:spPr>
              <a:xfrm>
                <a:off x="1928056" y="4423007"/>
                <a:ext cx="1729511" cy="42428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=1.1818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395AF98-E683-8F6B-8DA9-9AC2B428B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056" y="4423007"/>
                <a:ext cx="1729511" cy="424283"/>
              </a:xfrm>
              <a:prstGeom prst="rect">
                <a:avLst/>
              </a:prstGeom>
              <a:blipFill>
                <a:blip r:embed="rId22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8332301-BD94-CFD7-519F-EDD57B413F86}"/>
                  </a:ext>
                </a:extLst>
              </p:cNvPr>
              <p:cNvSpPr txBox="1"/>
              <p:nvPr/>
            </p:nvSpPr>
            <p:spPr>
              <a:xfrm>
                <a:off x="1937755" y="4945444"/>
                <a:ext cx="1606978" cy="42428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=0.2157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8332301-BD94-CFD7-519F-EDD57B413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755" y="4945444"/>
                <a:ext cx="1606978" cy="424283"/>
              </a:xfrm>
              <a:prstGeom prst="rect">
                <a:avLst/>
              </a:prstGeom>
              <a:blipFill>
                <a:blip r:embed="rId2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42EDE90-A8BA-0E36-7318-59CA8EFFD4B6}"/>
                  </a:ext>
                </a:extLst>
              </p:cNvPr>
              <p:cNvSpPr txBox="1"/>
              <p:nvPr/>
            </p:nvSpPr>
            <p:spPr>
              <a:xfrm>
                <a:off x="5269775" y="4423007"/>
                <a:ext cx="1721690" cy="40011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=0.6493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42EDE90-A8BA-0E36-7318-59CA8EFFD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775" y="4423007"/>
                <a:ext cx="1721690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FD1D8BF-B305-D5A1-AA29-C6449706931B}"/>
                  </a:ext>
                </a:extLst>
              </p:cNvPr>
              <p:cNvSpPr txBox="1"/>
              <p:nvPr/>
            </p:nvSpPr>
            <p:spPr>
              <a:xfrm>
                <a:off x="5293566" y="4945444"/>
                <a:ext cx="1462901" cy="40011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=0.087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FD1D8BF-B305-D5A1-AA29-C64497069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566" y="4945444"/>
                <a:ext cx="1462901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554CE9D-946A-7B35-8290-2694D529FCE2}"/>
                  </a:ext>
                </a:extLst>
              </p:cNvPr>
              <p:cNvSpPr txBox="1"/>
              <p:nvPr/>
            </p:nvSpPr>
            <p:spPr>
              <a:xfrm>
                <a:off x="5370521" y="183745"/>
                <a:ext cx="320646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1.324−3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=1.404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554CE9D-946A-7B35-8290-2694D529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521" y="183745"/>
                <a:ext cx="3206462" cy="63478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448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53F2-45A3-8A82-B29A-ABE51FA41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AF11-B484-DBE9-740F-7818E905E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80D34-980A-4F6B-CA4C-D9FB14824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59</a:t>
            </a:fld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2DDCD-BA63-5847-1C23-2348EDF0CE38}"/>
              </a:ext>
            </a:extLst>
          </p:cNvPr>
          <p:cNvSpPr txBox="1"/>
          <p:nvPr/>
        </p:nvSpPr>
        <p:spPr>
          <a:xfrm>
            <a:off x="323850" y="1474459"/>
            <a:ext cx="115443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model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RNNSimples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optimizer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SGD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model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parameters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lr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0.1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[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1.0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2.0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)]</a:t>
            </a:r>
          </a:p>
          <a:p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y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3.0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b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</a:b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model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train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optimizer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zero_grad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0.0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for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x_i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in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y_hat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model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x_i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loss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y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-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y_hat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)**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/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loss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.backward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print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f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'Grad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: 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{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model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theta_hy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grad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}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{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model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bias_y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grad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}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, 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{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model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theta_xh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grad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}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{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model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bias_h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grad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}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,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{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model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theta_hh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grad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}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'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optimizer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step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print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f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'Pesos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: 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{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model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theta_hy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data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}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{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model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bias_y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data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}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, 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{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model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theta_xh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data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}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{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model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bias_h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data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}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,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{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model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theta_hh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data</a:t>
            </a:r>
            <a:r>
              <a:rPr lang="pt-BR" sz="1200" b="0" dirty="0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}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'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E2A5AC-CA6E-6864-2BFD-DA1554335D48}"/>
              </a:ext>
            </a:extLst>
          </p:cNvPr>
          <p:cNvSpPr txBox="1"/>
          <p:nvPr/>
        </p:nvSpPr>
        <p:spPr>
          <a:xfrm>
            <a:off x="260350" y="4471718"/>
            <a:ext cx="11671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0" i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Grad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 -1.8182014226913452, -2.157114028930664 , -1.494753360748291, -0.8701760768890381,-0.2886279225349426 </a:t>
            </a:r>
          </a:p>
          <a:p>
            <a:r>
              <a:rPr lang="es-ES" sz="1200" b="0" i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Pesos: 1.1818201541900635, 0.21571139991283417 , 0.6494753360748291, 0.08701761066913605,0.5288627743721008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863971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E75E3-8DF7-846A-EA78-EBC263CEE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A3C0E-6C8F-496F-CD9E-290308A2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velhos conhecidos</a:t>
            </a:r>
          </a:p>
          <a:p>
            <a:pPr lvl="1"/>
            <a:r>
              <a:rPr lang="pt-BR" i="1" dirty="0" err="1"/>
              <a:t>Vanishing</a:t>
            </a:r>
            <a:r>
              <a:rPr lang="pt-BR" i="1" dirty="0"/>
              <a:t> e </a:t>
            </a:r>
            <a:r>
              <a:rPr lang="pt-BR" i="1" dirty="0" err="1"/>
              <a:t>Exploding</a:t>
            </a:r>
            <a:r>
              <a:rPr lang="pt-BR" i="1" dirty="0"/>
              <a:t> </a:t>
            </a:r>
            <a:r>
              <a:rPr lang="pt-BR" i="1" dirty="0" err="1"/>
              <a:t>Gradient</a:t>
            </a:r>
            <a:endParaRPr lang="pt-BR" i="1" dirty="0"/>
          </a:p>
          <a:p>
            <a:r>
              <a:rPr lang="pt-BR" dirty="0"/>
              <a:t>Mas agora pior pois a rede também </a:t>
            </a:r>
            <a:r>
              <a:rPr lang="pt-BR"/>
              <a:t>é profunda “no tempo”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60F25-5490-407E-0648-F1D3C72C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795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D0D-B2FE-FBA2-1F34-B196681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Uma </a:t>
            </a:r>
            <a:r>
              <a:rPr lang="en-US" dirty="0" err="1"/>
              <a:t>observação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É comum que </a:t>
                </a:r>
                <a:r>
                  <a:rPr lang="pt-BR" sz="2400" i="1" dirty="0"/>
                  <a:t>frameworks</a:t>
                </a:r>
                <a:r>
                  <a:rPr lang="pt-BR" sz="2400" dirty="0"/>
                  <a:t> como o </a:t>
                </a:r>
                <a:r>
                  <a:rPr lang="pt-BR" sz="2400" dirty="0" err="1"/>
                  <a:t>PyTorch</a:t>
                </a:r>
                <a:r>
                  <a:rPr lang="pt-BR" sz="2400" dirty="0"/>
                  <a:t> não tenham a implementação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sz="2400" b="0" i="1" dirty="0"/>
                  <a:t> </a:t>
                </a:r>
                <a:r>
                  <a:rPr lang="pt-BR" sz="2400" dirty="0"/>
                  <a:t>diretamente no bloco RNN, cabe ao desenvolvedor adicionar uma camada densa</a:t>
                </a:r>
                <a:endParaRPr lang="pt-BR" sz="2400" b="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9B26A-895F-BD24-4D6B-314E3E3B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 r="-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8D74-4C49-1D92-EACC-DBC1AB39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61</a:t>
            </a:fld>
            <a:endParaRPr lang="pt-B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49A5BB-FBE5-E323-B96A-12FC03AEF9D5}"/>
              </a:ext>
            </a:extLst>
          </p:cNvPr>
          <p:cNvGrpSpPr/>
          <p:nvPr/>
        </p:nvGrpSpPr>
        <p:grpSpPr>
          <a:xfrm>
            <a:off x="1073976" y="2816679"/>
            <a:ext cx="2669894" cy="3832965"/>
            <a:chOff x="8610599" y="1828669"/>
            <a:chExt cx="2669894" cy="38329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/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Elipse 23">
                  <a:extLst>
                    <a:ext uri="{FF2B5EF4-FFF2-40B4-BE49-F238E27FC236}">
                      <a16:creationId xmlns:a16="http://schemas.microsoft.com/office/drawing/2014/main" id="{3BA42661-6C69-F979-2368-C6654AF8C0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9340" y="5129223"/>
                  <a:ext cx="532411" cy="53241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992248-CE60-7CE0-1F99-F7B690EDAC6B}"/>
                </a:ext>
              </a:extLst>
            </p:cNvPr>
            <p:cNvSpPr/>
            <p:nvPr/>
          </p:nvSpPr>
          <p:spPr>
            <a:xfrm>
              <a:off x="8610599" y="2604118"/>
              <a:ext cx="2669894" cy="209324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B62CD2E5-803C-BB5C-EA65-6CD7136C0A08}"/>
                    </a:ext>
                  </a:extLst>
                </p:cNvPr>
                <p:cNvSpPr/>
                <p:nvPr/>
              </p:nvSpPr>
              <p:spPr>
                <a:xfrm>
                  <a:off x="9674540" y="1828669"/>
                  <a:ext cx="532411" cy="532411"/>
                </a:xfrm>
                <a:prstGeom prst="ellipse">
                  <a:avLst/>
                </a:prstGeom>
                <a:solidFill>
                  <a:srgbClr val="FFB9FF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Elipse 23">
                  <a:extLst>
                    <a:ext uri="{FF2B5EF4-FFF2-40B4-BE49-F238E27FC236}">
                      <a16:creationId xmlns:a16="http://schemas.microsoft.com/office/drawing/2014/main" id="{B62CD2E5-803C-BB5C-EA65-6CD7136C0A0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4540" y="1828669"/>
                  <a:ext cx="532411" cy="532411"/>
                </a:xfrm>
                <a:prstGeom prst="ellipse">
                  <a:avLst/>
                </a:prstGeom>
                <a:blipFill>
                  <a:blip r:embed="rId4"/>
                  <a:stretch>
                    <a:fillRect l="-2273" b="-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79A90-CEA8-594E-1E17-BBDBD5F02F31}"/>
                </a:ext>
              </a:extLst>
            </p:cNvPr>
            <p:cNvCxnSpPr>
              <a:cxnSpLocks/>
              <a:stCxn id="6" idx="0"/>
              <a:endCxn id="19" idx="2"/>
            </p:cNvCxnSpPr>
            <p:nvPr/>
          </p:nvCxnSpPr>
          <p:spPr>
            <a:xfrm flipV="1">
              <a:off x="9945546" y="4429254"/>
              <a:ext cx="2354" cy="6999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8177A-A17B-B861-2059-43D787BB318B}"/>
                </a:ext>
              </a:extLst>
            </p:cNvPr>
            <p:cNvCxnSpPr>
              <a:cxnSpLocks/>
              <a:stCxn id="69" idx="0"/>
              <a:endCxn id="8" idx="4"/>
            </p:cNvCxnSpPr>
            <p:nvPr/>
          </p:nvCxnSpPr>
          <p:spPr>
            <a:xfrm flipH="1" flipV="1">
              <a:off x="9940746" y="2361080"/>
              <a:ext cx="7154" cy="4300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/>
              <p:nvPr/>
            </p:nvSpPr>
            <p:spPr>
              <a:xfrm>
                <a:off x="3703517" y="4138391"/>
                <a:ext cx="485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4D4036-184E-514E-F9EA-65768F13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517" y="4138391"/>
                <a:ext cx="485339" cy="461665"/>
              </a:xfrm>
              <a:prstGeom prst="rect">
                <a:avLst/>
              </a:prstGeom>
              <a:blipFill>
                <a:blip r:embed="rId5"/>
                <a:stretch>
                  <a:fillRect l="-25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A8072F3-389E-4B1E-9A2A-69F36A7F4300}"/>
              </a:ext>
            </a:extLst>
          </p:cNvPr>
          <p:cNvCxnSpPr>
            <a:cxnSpLocks/>
            <a:stCxn id="29" idx="3"/>
            <a:endCxn id="24" idx="1"/>
          </p:cNvCxnSpPr>
          <p:nvPr/>
        </p:nvCxnSpPr>
        <p:spPr>
          <a:xfrm flipH="1">
            <a:off x="1193825" y="4607218"/>
            <a:ext cx="2434905" cy="12700"/>
          </a:xfrm>
          <a:prstGeom prst="bentConnector5">
            <a:avLst>
              <a:gd name="adj1" fmla="val -15411"/>
              <a:gd name="adj2" fmla="val 9994803"/>
              <a:gd name="adj3" fmla="val 11541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/>
              <p:nvPr/>
            </p:nvSpPr>
            <p:spPr>
              <a:xfrm>
                <a:off x="1776282" y="5061069"/>
                <a:ext cx="1269990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6F32D37-5FCB-E99D-52D1-F0DC25E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282" y="5061069"/>
                <a:ext cx="1269990" cy="356195"/>
              </a:xfrm>
              <a:prstGeom prst="round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/>
              <p:nvPr/>
            </p:nvSpPr>
            <p:spPr>
              <a:xfrm>
                <a:off x="1193825" y="4429120"/>
                <a:ext cx="869349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20704B-7CEC-3B9C-4116-800752FF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825" y="4429120"/>
                <a:ext cx="869349" cy="356195"/>
              </a:xfrm>
              <a:prstGeom prst="roundRect">
                <a:avLst/>
              </a:prstGeom>
              <a:blipFill>
                <a:blip r:embed="rId7"/>
                <a:stretch>
                  <a:fillRect l="-6250" b="-3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/>
              <p:nvPr/>
            </p:nvSpPr>
            <p:spPr>
              <a:xfrm>
                <a:off x="2872744" y="4429120"/>
                <a:ext cx="755986" cy="35619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77A3A2-E7CD-133E-C091-2A103F180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744" y="4429120"/>
                <a:ext cx="755986" cy="35619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/>
              <p:nvPr/>
            </p:nvSpPr>
            <p:spPr>
              <a:xfrm>
                <a:off x="2237749" y="4429120"/>
                <a:ext cx="349150" cy="356195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6F6D3EA-81A9-0735-96DF-5043897D0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749" y="4429120"/>
                <a:ext cx="349150" cy="356195"/>
              </a:xfrm>
              <a:prstGeom prst="ellipse">
                <a:avLst/>
              </a:prstGeom>
              <a:blipFill>
                <a:blip r:embed="rId9"/>
                <a:stretch>
                  <a:fillRect l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D79FD-B69C-83A8-2C33-A32F01AED3E4}"/>
              </a:ext>
            </a:extLst>
          </p:cNvPr>
          <p:cNvCxnSpPr>
            <a:cxnSpLocks/>
            <a:stCxn id="19" idx="0"/>
            <a:endCxn id="30" idx="4"/>
          </p:cNvCxnSpPr>
          <p:nvPr/>
        </p:nvCxnSpPr>
        <p:spPr>
          <a:xfrm flipV="1">
            <a:off x="2411277" y="4785315"/>
            <a:ext cx="1047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F03986-397B-57D3-DF59-F2024669D4F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063174" y="4607218"/>
            <a:ext cx="174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1A138-F2EF-8D46-7615-1BEC1AD10F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586899" y="4607218"/>
            <a:ext cx="28584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/>
              <p:nvPr/>
            </p:nvSpPr>
            <p:spPr>
              <a:xfrm>
                <a:off x="1747883" y="3779139"/>
                <a:ext cx="1326788" cy="356195"/>
              </a:xfrm>
              <a:prstGeom prst="roundRect">
                <a:avLst/>
              </a:prstGeom>
              <a:solidFill>
                <a:srgbClr val="FFB9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4A749B0-41D1-DC72-C626-0BF316EE5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883" y="3779139"/>
                <a:ext cx="1326788" cy="356195"/>
              </a:xfrm>
              <a:prstGeom prst="roundRect">
                <a:avLst/>
              </a:prstGeom>
              <a:blipFill>
                <a:blip r:embed="rId10"/>
                <a:stretch>
                  <a:fillRect b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C52F03-A2B1-2AD1-B893-4B7EE9C1FD63}"/>
              </a:ext>
            </a:extLst>
          </p:cNvPr>
          <p:cNvCxnSpPr>
            <a:cxnSpLocks/>
            <a:stCxn id="29" idx="0"/>
            <a:endCxn id="69" idx="3"/>
          </p:cNvCxnSpPr>
          <p:nvPr/>
        </p:nvCxnSpPr>
        <p:spPr>
          <a:xfrm rot="16200000" flipV="1">
            <a:off x="2926763" y="4105146"/>
            <a:ext cx="471883" cy="1760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8D2137B-E370-E180-3555-A1255AE7A18B}"/>
              </a:ext>
            </a:extLst>
          </p:cNvPr>
          <p:cNvGrpSpPr/>
          <p:nvPr/>
        </p:nvGrpSpPr>
        <p:grpSpPr>
          <a:xfrm>
            <a:off x="5781112" y="4135334"/>
            <a:ext cx="3114880" cy="2511438"/>
            <a:chOff x="5781112" y="4135334"/>
            <a:chExt cx="3114880" cy="25114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Elipse 23">
                  <a:extLst>
                    <a:ext uri="{FF2B5EF4-FFF2-40B4-BE49-F238E27FC236}">
                      <a16:creationId xmlns:a16="http://schemas.microsoft.com/office/drawing/2014/main" id="{2C48682E-49F7-9399-484F-D2EE599E3833}"/>
                    </a:ext>
                  </a:extLst>
                </p:cNvPr>
                <p:cNvSpPr/>
                <p:nvPr/>
              </p:nvSpPr>
              <p:spPr>
                <a:xfrm>
                  <a:off x="6849853" y="6114361"/>
                  <a:ext cx="532411" cy="532411"/>
                </a:xfrm>
                <a:prstGeom prst="ellipse">
                  <a:avLst/>
                </a:prstGeom>
                <a:solidFill>
                  <a:srgbClr val="AFEBF7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4" name="Elipse 23">
                  <a:extLst>
                    <a:ext uri="{FF2B5EF4-FFF2-40B4-BE49-F238E27FC236}">
                      <a16:creationId xmlns:a16="http://schemas.microsoft.com/office/drawing/2014/main" id="{2C48682E-49F7-9399-484F-D2EE599E38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9853" y="6114361"/>
                  <a:ext cx="532411" cy="532411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4E2B136-3780-D0D3-9106-A526C4205816}"/>
                </a:ext>
              </a:extLst>
            </p:cNvPr>
            <p:cNvSpPr/>
            <p:nvPr/>
          </p:nvSpPr>
          <p:spPr>
            <a:xfrm>
              <a:off x="5781112" y="4135334"/>
              <a:ext cx="2669894" cy="154717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47B3767-3E9F-AD05-9A49-EAFFBBE82EA2}"/>
                </a:ext>
              </a:extLst>
            </p:cNvPr>
            <p:cNvCxnSpPr>
              <a:cxnSpLocks/>
              <a:stCxn id="14" idx="0"/>
              <a:endCxn id="22" idx="2"/>
            </p:cNvCxnSpPr>
            <p:nvPr/>
          </p:nvCxnSpPr>
          <p:spPr>
            <a:xfrm flipV="1">
              <a:off x="7116059" y="5414392"/>
              <a:ext cx="2354" cy="6999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880CFCD-D290-063E-2445-F64433DFCFE0}"/>
                    </a:ext>
                  </a:extLst>
                </p:cNvPr>
                <p:cNvSpPr txBox="1"/>
                <p:nvPr/>
              </p:nvSpPr>
              <p:spPr>
                <a:xfrm>
                  <a:off x="8410653" y="4135519"/>
                  <a:ext cx="48533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880CFCD-D290-063E-2445-F64433DFCF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0653" y="4135519"/>
                  <a:ext cx="485339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532" b="-131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38AB55ED-6FCE-AC04-0CB0-4F0E7775342F}"/>
                </a:ext>
              </a:extLst>
            </p:cNvPr>
            <p:cNvCxnSpPr>
              <a:cxnSpLocks/>
              <a:stCxn id="25" idx="3"/>
              <a:endCxn id="23" idx="1"/>
            </p:cNvCxnSpPr>
            <p:nvPr/>
          </p:nvCxnSpPr>
          <p:spPr>
            <a:xfrm flipH="1">
              <a:off x="5900961" y="4604346"/>
              <a:ext cx="2434905" cy="12700"/>
            </a:xfrm>
            <a:prstGeom prst="bentConnector5">
              <a:avLst>
                <a:gd name="adj1" fmla="val -15411"/>
                <a:gd name="adj2" fmla="val 9994803"/>
                <a:gd name="adj3" fmla="val 115411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B28575C8-E493-B7D4-4280-49EA7E3EF6A2}"/>
                    </a:ext>
                  </a:extLst>
                </p:cNvPr>
                <p:cNvSpPr/>
                <p:nvPr/>
              </p:nvSpPr>
              <p:spPr>
                <a:xfrm>
                  <a:off x="6483418" y="5058197"/>
                  <a:ext cx="1269990" cy="356195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𝑥h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B28575C8-E493-B7D4-4280-49EA7E3EF6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3418" y="5058197"/>
                  <a:ext cx="1269990" cy="356195"/>
                </a:xfrm>
                <a:prstGeom prst="roundRect">
                  <a:avLst/>
                </a:prstGeom>
                <a:blipFill>
                  <a:blip r:embed="rId13"/>
                  <a:stretch>
                    <a:fillRect b="-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08A1EECB-1616-4976-44CA-C2DACF1B8F60}"/>
                    </a:ext>
                  </a:extLst>
                </p:cNvPr>
                <p:cNvSpPr/>
                <p:nvPr/>
              </p:nvSpPr>
              <p:spPr>
                <a:xfrm>
                  <a:off x="5900961" y="4426248"/>
                  <a:ext cx="869349" cy="356195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hh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08A1EECB-1616-4976-44CA-C2DACF1B8F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0961" y="4426248"/>
                  <a:ext cx="869349" cy="356195"/>
                </a:xfrm>
                <a:prstGeom prst="roundRect">
                  <a:avLst/>
                </a:prstGeom>
                <a:blipFill>
                  <a:blip r:embed="rId14"/>
                  <a:stretch>
                    <a:fillRect l="-6207" b="-327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D766FDFD-E42F-B9F2-8F4B-8F6D46115459}"/>
                    </a:ext>
                  </a:extLst>
                </p:cNvPr>
                <p:cNvSpPr/>
                <p:nvPr/>
              </p:nvSpPr>
              <p:spPr>
                <a:xfrm>
                  <a:off x="7579880" y="4426248"/>
                  <a:ext cx="755986" cy="356195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𝑡𝑎𝑛h</m:t>
                        </m:r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D766FDFD-E42F-B9F2-8F4B-8F6D461154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9880" y="4426248"/>
                  <a:ext cx="755986" cy="356195"/>
                </a:xfrm>
                <a:prstGeom prst="round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346A95F8-87EA-FA49-E6F1-34FF6777C6FA}"/>
                    </a:ext>
                  </a:extLst>
                </p:cNvPr>
                <p:cNvSpPr/>
                <p:nvPr/>
              </p:nvSpPr>
              <p:spPr>
                <a:xfrm>
                  <a:off x="6944885" y="4426248"/>
                  <a:ext cx="349150" cy="356195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346A95F8-87EA-FA49-E6F1-34FF6777C6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4885" y="4426248"/>
                  <a:ext cx="349150" cy="356195"/>
                </a:xfrm>
                <a:prstGeom prst="ellipse">
                  <a:avLst/>
                </a:prstGeom>
                <a:blipFill>
                  <a:blip r:embed="rId16"/>
                  <a:stretch>
                    <a:fillRect l="-16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B17C4BC-9CB0-AB10-0823-438E66DF8A97}"/>
                </a:ext>
              </a:extLst>
            </p:cNvPr>
            <p:cNvCxnSpPr>
              <a:cxnSpLocks/>
              <a:stCxn id="22" idx="0"/>
              <a:endCxn id="26" idx="4"/>
            </p:cNvCxnSpPr>
            <p:nvPr/>
          </p:nvCxnSpPr>
          <p:spPr>
            <a:xfrm flipV="1">
              <a:off x="7118413" y="4782443"/>
              <a:ext cx="1047" cy="2757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938CF95-A50E-BC7F-3AEB-24A9695E7677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>
              <a:off x="6770310" y="4604346"/>
              <a:ext cx="17457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D46CE70-751C-AB22-D9BE-ECA99859013F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>
              <a:off x="7294035" y="4604346"/>
              <a:ext cx="28584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7" name="Cross 36">
            <a:extLst>
              <a:ext uri="{FF2B5EF4-FFF2-40B4-BE49-F238E27FC236}">
                <a16:creationId xmlns:a16="http://schemas.microsoft.com/office/drawing/2014/main" id="{BF1963EB-AA7B-C129-E0B4-8349ACCD9253}"/>
              </a:ext>
            </a:extLst>
          </p:cNvPr>
          <p:cNvSpPr/>
          <p:nvPr/>
        </p:nvSpPr>
        <p:spPr>
          <a:xfrm rot="2851647">
            <a:off x="1633335" y="2802318"/>
            <a:ext cx="1555884" cy="1579619"/>
          </a:xfrm>
          <a:prstGeom prst="plus">
            <a:avLst>
              <a:gd name="adj" fmla="val 4320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28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C7106-D367-45F4-8EA3-8F49E713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901DB4-318B-45F1-8005-C67D26C7A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Sugere-se a leitura de:</a:t>
            </a:r>
          </a:p>
          <a:p>
            <a:pPr lvl="1"/>
            <a:r>
              <a:rPr lang="pt-BR" sz="2000" dirty="0"/>
              <a:t>Capítulo 10 - GOODFELLOW, I., BENGIO, Y., COURVILLE, A. </a:t>
            </a:r>
            <a:r>
              <a:rPr lang="pt-BR" sz="2000" dirty="0" err="1"/>
              <a:t>Deep</a:t>
            </a:r>
            <a:r>
              <a:rPr lang="pt-BR" sz="2000" dirty="0"/>
              <a:t> Learning. MIT Press, 775p., 2016. (https://www.deeplearningbook.org/)</a:t>
            </a:r>
          </a:p>
          <a:p>
            <a:r>
              <a:rPr lang="pt-BR" sz="2400" dirty="0"/>
              <a:t>Material baseado em:</a:t>
            </a:r>
          </a:p>
          <a:p>
            <a:pPr lvl="1"/>
            <a:r>
              <a:rPr lang="pt-BR" sz="2000" dirty="0"/>
              <a:t>MIT </a:t>
            </a:r>
            <a:r>
              <a:rPr lang="pt-BR" sz="2000" dirty="0" err="1"/>
              <a:t>Introduction</a:t>
            </a:r>
            <a:r>
              <a:rPr lang="pt-BR" sz="2000" dirty="0"/>
              <a:t> </a:t>
            </a:r>
            <a:r>
              <a:rPr lang="pt-BR" sz="2000" dirty="0" err="1"/>
              <a:t>to</a:t>
            </a:r>
            <a:r>
              <a:rPr lang="pt-BR" sz="2000" dirty="0"/>
              <a:t> </a:t>
            </a:r>
            <a:r>
              <a:rPr lang="pt-BR" sz="2000" dirty="0" err="1"/>
              <a:t>Deep</a:t>
            </a:r>
            <a:r>
              <a:rPr lang="pt-BR" sz="2000" dirty="0"/>
              <a:t> Learning, Ava Amini. 2023.</a:t>
            </a:r>
          </a:p>
          <a:p>
            <a:pPr lvl="1"/>
            <a:endParaRPr lang="pt-BR" sz="2000" dirty="0"/>
          </a:p>
          <a:p>
            <a:endParaRPr lang="pt-B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5F3A4-8CC9-6799-A160-6C78BD5F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530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15870</TotalTime>
  <Words>3870</Words>
  <Application>Microsoft Office PowerPoint</Application>
  <PresentationFormat>Widescreen</PresentationFormat>
  <Paragraphs>1172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-apple-system</vt:lpstr>
      <vt:lpstr>Arial</vt:lpstr>
      <vt:lpstr>Calibri</vt:lpstr>
      <vt:lpstr>Calibri Light</vt:lpstr>
      <vt:lpstr>Cambria Math</vt:lpstr>
      <vt:lpstr>CasKaydiaCove NF</vt:lpstr>
      <vt:lpstr>Wingdings</vt:lpstr>
      <vt:lpstr>Tema do Office</vt:lpstr>
      <vt:lpstr>Aprendizado Profundo 1</vt:lpstr>
      <vt:lpstr>Agenda</vt:lpstr>
      <vt:lpstr>Sequências</vt:lpstr>
      <vt:lpstr>Sequências</vt:lpstr>
      <vt:lpstr>Sequências</vt:lpstr>
      <vt:lpstr>Sequências</vt:lpstr>
      <vt:lpstr>Sequências</vt:lpstr>
      <vt:lpstr>Sequências</vt:lpstr>
      <vt:lpstr>Sequências</vt:lpstr>
      <vt:lpstr>Mais desenhos estranhos e pouco intuitivos</vt:lpstr>
      <vt:lpstr>Uma ideia</vt:lpstr>
      <vt:lpstr>Uma ideia</vt:lpstr>
      <vt:lpstr>Outra ideia</vt:lpstr>
      <vt:lpstr>Outra ideia</vt:lpstr>
      <vt:lpstr>Outra ideia</vt:lpstr>
      <vt:lpstr>Não são boas soluções</vt:lpstr>
      <vt:lpstr>Não são boas soluções</vt:lpstr>
      <vt:lpstr>Revisitando o Percepron</vt:lpstr>
      <vt:lpstr>Revisitando o MLP</vt:lpstr>
      <vt:lpstr>Revisitando o MLP</vt:lpstr>
      <vt:lpstr>Revisitando o MLP</vt:lpstr>
      <vt:lpstr>Revisitando o MLP</vt:lpstr>
      <vt:lpstr>Aplicando MLP em problemas sequenciais</vt:lpstr>
      <vt:lpstr>Aplicando MLP em problemas sequenciais</vt:lpstr>
      <vt:lpstr>Aplicando MLP em problemas sequenciais</vt:lpstr>
      <vt:lpstr>Aplicando MLP em problemas sequenciais</vt:lpstr>
      <vt:lpstr>Aplicando MLP em problemas sequenciais</vt:lpstr>
      <vt:lpstr>Aplicando MLP em problemas sequenciais</vt:lpstr>
      <vt:lpstr>Aplicando MLP em problemas sequenciais</vt:lpstr>
      <vt:lpstr>Aplicando MLP em problemas sequenciais</vt:lpstr>
      <vt:lpstr>Aplicando MLP em problemas sequenciais</vt:lpstr>
      <vt:lpstr>Camadas densas com recorrência</vt:lpstr>
      <vt:lpstr>Camadas densas com recorrência</vt:lpstr>
      <vt:lpstr>Camadas densas com recorrência</vt:lpstr>
      <vt:lpstr>Backpropagation Through Time</vt:lpstr>
      <vt:lpstr>Backpropagation Through Time</vt:lpstr>
      <vt:lpstr>PowerPoint Presentation</vt:lpstr>
      <vt:lpstr>Forward</vt:lpstr>
      <vt:lpstr>Forward</vt:lpstr>
      <vt:lpstr>Calcular a Loss</vt:lpstr>
      <vt:lpstr>PowerPoint Presentation</vt:lpstr>
      <vt:lpstr>Computar o Backward Pass</vt:lpstr>
      <vt:lpstr>Computar o Backward Pass</vt:lpstr>
      <vt:lpstr>Computar o Backward Pass</vt:lpstr>
      <vt:lpstr>Computar o Backward Pass</vt:lpstr>
      <vt:lpstr>Computar o Backward Pass</vt:lpstr>
      <vt:lpstr>Computar o Backward Pass</vt:lpstr>
      <vt:lpstr>Computar o Backward Pass</vt:lpstr>
      <vt:lpstr>Computar o Backward Pass</vt:lpstr>
      <vt:lpstr>Computar o Backward Pass</vt:lpstr>
      <vt:lpstr>Computar o Backward Pass</vt:lpstr>
      <vt:lpstr>Computar o Backward Pass</vt:lpstr>
      <vt:lpstr>Computar o Backward Pass</vt:lpstr>
      <vt:lpstr>Computar o Backward Pass</vt:lpstr>
      <vt:lpstr>Optimizer</vt:lpstr>
      <vt:lpstr>Optimizer</vt:lpstr>
      <vt:lpstr>Optimizer</vt:lpstr>
      <vt:lpstr>PowerPoint Presentation</vt:lpstr>
      <vt:lpstr>PowerPoint Presentation</vt:lpstr>
      <vt:lpstr>Problemas </vt:lpstr>
      <vt:lpstr>Uma observação</vt:lpstr>
      <vt:lpstr>Referências: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de Máquina Turma 010 - 2021/2</dc:title>
  <dc:creator>Lucas Silveira Kupssinsku</dc:creator>
  <cp:lastModifiedBy>Lucas Silveira Kupssinsku</cp:lastModifiedBy>
  <cp:revision>196</cp:revision>
  <dcterms:created xsi:type="dcterms:W3CDTF">2021-08-01T11:35:46Z</dcterms:created>
  <dcterms:modified xsi:type="dcterms:W3CDTF">2025-06-18T00:39:37Z</dcterms:modified>
</cp:coreProperties>
</file>